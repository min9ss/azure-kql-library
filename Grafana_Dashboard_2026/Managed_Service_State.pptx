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sldIdLst>
    <p:sldId id="269" r:id="rId5"/>
    <p:sldId id="309" r:id="rId6"/>
    <p:sldId id="270" r:id="rId7"/>
    <p:sldId id="294" r:id="rId8"/>
    <p:sldId id="275" r:id="rId9"/>
    <p:sldId id="310" r:id="rId10"/>
    <p:sldId id="271" r:id="rId11"/>
    <p:sldId id="278" r:id="rId12"/>
    <p:sldId id="277" r:id="rId13"/>
    <p:sldId id="290" r:id="rId14"/>
    <p:sldId id="292" r:id="rId15"/>
    <p:sldId id="281" r:id="rId16"/>
    <p:sldId id="307" r:id="rId17"/>
    <p:sldId id="308" r:id="rId18"/>
    <p:sldId id="283" r:id="rId19"/>
    <p:sldId id="303" r:id="rId20"/>
    <p:sldId id="304" r:id="rId21"/>
    <p:sldId id="265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2075B8"/>
    <a:srgbClr val="5794F2"/>
    <a:srgbClr val="50E6FF"/>
    <a:srgbClr val="4BA8ED"/>
    <a:srgbClr val="FFFFFF"/>
    <a:srgbClr val="619B26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110DE-3549-4E33-978E-33FA148407F4}" v="43" dt="2025-02-26T04:45:52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민선" userId="b9ea6ffa-c475-42fd-bff4-a9646ffb6cbe" providerId="ADAL" clId="{DD1E3A21-C8EF-4894-9AE5-1FE605EB37AD}"/>
    <pc:docChg chg="undo custSel addSld delSld modSld">
      <pc:chgData name="김민선" userId="b9ea6ffa-c475-42fd-bff4-a9646ffb6cbe" providerId="ADAL" clId="{DD1E3A21-C8EF-4894-9AE5-1FE605EB37AD}" dt="2025-02-05T07:12:02.396" v="960" actId="1036"/>
      <pc:docMkLst>
        <pc:docMk/>
      </pc:docMkLst>
      <pc:sldChg chg="del">
        <pc:chgData name="김민선" userId="b9ea6ffa-c475-42fd-bff4-a9646ffb6cbe" providerId="ADAL" clId="{DD1E3A21-C8EF-4894-9AE5-1FE605EB37AD}" dt="2025-02-04T01:59:31.608" v="2" actId="2696"/>
        <pc:sldMkLst>
          <pc:docMk/>
          <pc:sldMk cId="158221881" sldId="272"/>
        </pc:sldMkLst>
      </pc:sldChg>
      <pc:sldChg chg="del">
        <pc:chgData name="김민선" userId="b9ea6ffa-c475-42fd-bff4-a9646ffb6cbe" providerId="ADAL" clId="{DD1E3A21-C8EF-4894-9AE5-1FE605EB37AD}" dt="2025-02-04T01:59:33.565" v="3" actId="2696"/>
        <pc:sldMkLst>
          <pc:docMk/>
          <pc:sldMk cId="2583766441" sldId="273"/>
        </pc:sldMkLst>
      </pc:sldChg>
      <pc:sldChg chg="del">
        <pc:chgData name="김민선" userId="b9ea6ffa-c475-42fd-bff4-a9646ffb6cbe" providerId="ADAL" clId="{DD1E3A21-C8EF-4894-9AE5-1FE605EB37AD}" dt="2025-02-04T01:59:58.846" v="11" actId="2696"/>
        <pc:sldMkLst>
          <pc:docMk/>
          <pc:sldMk cId="3083596138" sldId="274"/>
        </pc:sldMkLst>
      </pc:sldChg>
      <pc:sldChg chg="del">
        <pc:chgData name="김민선" userId="b9ea6ffa-c475-42fd-bff4-a9646ffb6cbe" providerId="ADAL" clId="{DD1E3A21-C8EF-4894-9AE5-1FE605EB37AD}" dt="2025-02-04T02:05:36.355" v="64" actId="2696"/>
        <pc:sldMkLst>
          <pc:docMk/>
          <pc:sldMk cId="1129802947" sldId="279"/>
        </pc:sldMkLst>
      </pc:sldChg>
      <pc:sldChg chg="del">
        <pc:chgData name="김민선" userId="b9ea6ffa-c475-42fd-bff4-a9646ffb6cbe" providerId="ADAL" clId="{DD1E3A21-C8EF-4894-9AE5-1FE605EB37AD}" dt="2025-02-04T02:05:42.744" v="65" actId="2696"/>
        <pc:sldMkLst>
          <pc:docMk/>
          <pc:sldMk cId="2664584966" sldId="280"/>
        </pc:sldMkLst>
      </pc:sldChg>
      <pc:sldChg chg="addSp delSp modSp mod">
        <pc:chgData name="김민선" userId="b9ea6ffa-c475-42fd-bff4-a9646ffb6cbe" providerId="ADAL" clId="{DD1E3A21-C8EF-4894-9AE5-1FE605EB37AD}" dt="2025-02-05T06:17:10.284" v="667" actId="478"/>
        <pc:sldMkLst>
          <pc:docMk/>
          <pc:sldMk cId="2614586274" sldId="281"/>
        </pc:sldMkLst>
        <pc:picChg chg="add mod">
          <ac:chgData name="김민선" userId="b9ea6ffa-c475-42fd-bff4-a9646ffb6cbe" providerId="ADAL" clId="{DD1E3A21-C8EF-4894-9AE5-1FE605EB37AD}" dt="2025-02-05T05:01:22.175" v="180"/>
          <ac:picMkLst>
            <pc:docMk/>
            <pc:sldMk cId="2614586274" sldId="281"/>
            <ac:picMk id="12" creationId="{89F0BFC9-EAB3-6336-155F-3D5EF6C1085B}"/>
          </ac:picMkLst>
        </pc:picChg>
      </pc:sldChg>
      <pc:sldChg chg="addSp delSp modSp mod">
        <pc:chgData name="김민선" userId="b9ea6ffa-c475-42fd-bff4-a9646ffb6cbe" providerId="ADAL" clId="{DD1E3A21-C8EF-4894-9AE5-1FE605EB37AD}" dt="2025-02-05T04:50:11.111" v="171" actId="478"/>
        <pc:sldMkLst>
          <pc:docMk/>
          <pc:sldMk cId="2289930131" sldId="283"/>
        </pc:sldMkLst>
      </pc:sldChg>
      <pc:sldChg chg="modSp add">
        <pc:chgData name="김민선" userId="b9ea6ffa-c475-42fd-bff4-a9646ffb6cbe" providerId="ADAL" clId="{DD1E3A21-C8EF-4894-9AE5-1FE605EB37AD}" dt="2025-02-04T02:01:09.578" v="17"/>
        <pc:sldMkLst>
          <pc:docMk/>
          <pc:sldMk cId="3576129551" sldId="287"/>
        </pc:sldMkLst>
      </pc:sldChg>
      <pc:sldChg chg="add">
        <pc:chgData name="김민선" userId="b9ea6ffa-c475-42fd-bff4-a9646ffb6cbe" providerId="ADAL" clId="{DD1E3A21-C8EF-4894-9AE5-1FE605EB37AD}" dt="2025-02-04T01:59:36.203" v="5"/>
        <pc:sldMkLst>
          <pc:docMk/>
          <pc:sldMk cId="1454510348" sldId="288"/>
        </pc:sldMkLst>
      </pc:sldChg>
      <pc:sldChg chg="modSp add mod">
        <pc:chgData name="김민선" userId="b9ea6ffa-c475-42fd-bff4-a9646ffb6cbe" providerId="ADAL" clId="{DD1E3A21-C8EF-4894-9AE5-1FE605EB37AD}" dt="2025-02-04T02:04:58.143" v="55"/>
        <pc:sldMkLst>
          <pc:docMk/>
          <pc:sldMk cId="2583766441" sldId="289"/>
        </pc:sldMkLst>
      </pc:sldChg>
      <pc:sldChg chg="modSp add del mod">
        <pc:chgData name="김민선" userId="b9ea6ffa-c475-42fd-bff4-a9646ffb6cbe" providerId="ADAL" clId="{DD1E3A21-C8EF-4894-9AE5-1FE605EB37AD}" dt="2025-02-04T02:04:29.844" v="53" actId="2696"/>
        <pc:sldMkLst>
          <pc:docMk/>
          <pc:sldMk cId="1005407118" sldId="290"/>
        </pc:sldMkLst>
      </pc:sldChg>
      <pc:sldChg chg="addSp delSp modSp add mod">
        <pc:chgData name="김민선" userId="b9ea6ffa-c475-42fd-bff4-a9646ffb6cbe" providerId="ADAL" clId="{DD1E3A21-C8EF-4894-9AE5-1FE605EB37AD}" dt="2025-02-05T07:12:02.396" v="960" actId="1036"/>
        <pc:sldMkLst>
          <pc:docMk/>
          <pc:sldMk cId="1802024191" sldId="290"/>
        </pc:sldMkLst>
        <pc:spChg chg="mod">
          <ac:chgData name="김민선" userId="b9ea6ffa-c475-42fd-bff4-a9646ffb6cbe" providerId="ADAL" clId="{DD1E3A21-C8EF-4894-9AE5-1FE605EB37AD}" dt="2025-02-04T02:06:07.653" v="75" actId="20577"/>
          <ac:spMkLst>
            <pc:docMk/>
            <pc:sldMk cId="1802024191" sldId="290"/>
            <ac:spMk id="4" creationId="{A3A65CB9-5B2A-D1C2-6328-1046069D9E30}"/>
          </ac:spMkLst>
        </pc:spChg>
        <pc:picChg chg="add mod ord">
          <ac:chgData name="김민선" userId="b9ea6ffa-c475-42fd-bff4-a9646ffb6cbe" providerId="ADAL" clId="{DD1E3A21-C8EF-4894-9AE5-1FE605EB37AD}" dt="2025-02-05T07:12:02.396" v="960" actId="1036"/>
          <ac:picMkLst>
            <pc:docMk/>
            <pc:sldMk cId="1802024191" sldId="290"/>
            <ac:picMk id="7" creationId="{A3F83000-34B7-7648-150F-EC7FC5C75B1E}"/>
          </ac:picMkLst>
        </pc:picChg>
      </pc:sldChg>
      <pc:sldChg chg="modSp add del mod">
        <pc:chgData name="김민선" userId="b9ea6ffa-c475-42fd-bff4-a9646ffb6cbe" providerId="ADAL" clId="{DD1E3A21-C8EF-4894-9AE5-1FE605EB37AD}" dt="2025-02-04T02:03:13.143" v="47" actId="2890"/>
        <pc:sldMkLst>
          <pc:docMk/>
          <pc:sldMk cId="3449254807" sldId="290"/>
        </pc:sldMkLst>
      </pc:sldChg>
      <pc:sldChg chg="addSp delSp modSp add mod">
        <pc:chgData name="김민선" userId="b9ea6ffa-c475-42fd-bff4-a9646ffb6cbe" providerId="ADAL" clId="{DD1E3A21-C8EF-4894-9AE5-1FE605EB37AD}" dt="2025-02-05T06:40:39.097" v="913" actId="478"/>
        <pc:sldMkLst>
          <pc:docMk/>
          <pc:sldMk cId="1892921431" sldId="291"/>
        </pc:sldMkLst>
      </pc:sldChg>
      <pc:sldChg chg="addSp modSp add mod">
        <pc:chgData name="김민선" userId="b9ea6ffa-c475-42fd-bff4-a9646ffb6cbe" providerId="ADAL" clId="{DD1E3A21-C8EF-4894-9AE5-1FE605EB37AD}" dt="2025-02-05T05:24:01.723" v="495" actId="14100"/>
        <pc:sldMkLst>
          <pc:docMk/>
          <pc:sldMk cId="1871779637" sldId="292"/>
        </pc:sldMkLst>
        <pc:spChg chg="mod">
          <ac:chgData name="김민선" userId="b9ea6ffa-c475-42fd-bff4-a9646ffb6cbe" providerId="ADAL" clId="{DD1E3A21-C8EF-4894-9AE5-1FE605EB37AD}" dt="2025-02-04T02:06:20.287" v="87" actId="20577"/>
          <ac:spMkLst>
            <pc:docMk/>
            <pc:sldMk cId="1871779637" sldId="292"/>
            <ac:spMk id="4" creationId="{9BAEE8A3-4C2D-8543-3A55-22819152D529}"/>
          </ac:spMkLst>
        </pc:spChg>
        <pc:picChg chg="mod">
          <ac:chgData name="김민선" userId="b9ea6ffa-c475-42fd-bff4-a9646ffb6cbe" providerId="ADAL" clId="{DD1E3A21-C8EF-4894-9AE5-1FE605EB37AD}" dt="2025-02-05T05:22:35.746" v="427" actId="1076"/>
          <ac:picMkLst>
            <pc:docMk/>
            <pc:sldMk cId="1871779637" sldId="292"/>
            <ac:picMk id="8" creationId="{DA699449-659D-08FA-DE4B-FA951C9B94F4}"/>
          </ac:picMkLst>
        </pc:picChg>
      </pc:sldChg>
      <pc:sldChg chg="addSp delSp modSp add mod">
        <pc:chgData name="김민선" userId="b9ea6ffa-c475-42fd-bff4-a9646ffb6cbe" providerId="ADAL" clId="{DD1E3A21-C8EF-4894-9AE5-1FE605EB37AD}" dt="2025-02-05T06:31:16.961" v="902" actId="1037"/>
        <pc:sldMkLst>
          <pc:docMk/>
          <pc:sldMk cId="2747230681" sldId="293"/>
        </pc:sldMkLst>
      </pc:sldChg>
      <pc:sldChg chg="modSp mod">
        <pc:chgData name="김민선" userId="b9ea6ffa-c475-42fd-bff4-a9646ffb6cbe" providerId="ADAL" clId="{DD1E3A21-C8EF-4894-9AE5-1FE605EB37AD}" dt="2025-02-05T06:03:39.142" v="664" actId="20577"/>
        <pc:sldMkLst>
          <pc:docMk/>
          <pc:sldMk cId="1046709086" sldId="296"/>
        </pc:sldMkLst>
      </pc:sldChg>
      <pc:sldChg chg="addSp delSp modSp mod">
        <pc:chgData name="김민선" userId="b9ea6ffa-c475-42fd-bff4-a9646ffb6cbe" providerId="ADAL" clId="{DD1E3A21-C8EF-4894-9AE5-1FE605EB37AD}" dt="2025-02-05T06:30:35.740" v="877" actId="1035"/>
        <pc:sldMkLst>
          <pc:docMk/>
          <pc:sldMk cId="1143882117" sldId="298"/>
        </pc:sldMkLst>
      </pc:sldChg>
    </pc:docChg>
  </pc:docChgLst>
  <pc:docChgLst>
    <pc:chgData name="성은비" userId="S::ebsung@zenithcloud.com::f6b7803e-7464-416b-8ff7-cf00c030232f" providerId="AD" clId="Web-{9DD08ECA-5B45-D6C0-DF03-57708BF315FA}"/>
    <pc:docChg chg="modSld">
      <pc:chgData name="성은비" userId="S::ebsung@zenithcloud.com::f6b7803e-7464-416b-8ff7-cf00c030232f" providerId="AD" clId="Web-{9DD08ECA-5B45-D6C0-DF03-57708BF315FA}" dt="2025-02-04T06:25:43.400" v="0" actId="1076"/>
      <pc:docMkLst>
        <pc:docMk/>
      </pc:docMkLst>
      <pc:sldChg chg="modSp">
        <pc:chgData name="성은비" userId="S::ebsung@zenithcloud.com::f6b7803e-7464-416b-8ff7-cf00c030232f" providerId="AD" clId="Web-{9DD08ECA-5B45-D6C0-DF03-57708BF315FA}" dt="2025-02-04T06:25:43.400" v="0" actId="1076"/>
        <pc:sldMkLst>
          <pc:docMk/>
          <pc:sldMk cId="1802024191" sldId="290"/>
        </pc:sldMkLst>
      </pc:sldChg>
    </pc:docChg>
  </pc:docChgLst>
  <pc:docChgLst>
    <pc:chgData name="송상윤" userId="e8e73414-b8e4-430e-a891-1b257617aed8" providerId="ADAL" clId="{E0332373-77F4-4C50-9916-5F17D4F96162}"/>
    <pc:docChg chg="undo redo custSel addSld modSld">
      <pc:chgData name="송상윤" userId="e8e73414-b8e4-430e-a891-1b257617aed8" providerId="ADAL" clId="{E0332373-77F4-4C50-9916-5F17D4F96162}" dt="2025-02-19T04:06:35.286" v="2703" actId="14100"/>
      <pc:docMkLst>
        <pc:docMk/>
      </pc:docMkLst>
      <pc:sldChg chg="addSp modSp mod">
        <pc:chgData name="송상윤" userId="e8e73414-b8e4-430e-a891-1b257617aed8" providerId="ADAL" clId="{E0332373-77F4-4C50-9916-5F17D4F96162}" dt="2025-02-06T00:34:51.258" v="2494" actId="1076"/>
        <pc:sldMkLst>
          <pc:docMk/>
          <pc:sldMk cId="1245539277" sldId="266"/>
        </pc:sldMkLst>
      </pc:sldChg>
      <pc:sldChg chg="modSp">
        <pc:chgData name="송상윤" userId="e8e73414-b8e4-430e-a891-1b257617aed8" providerId="ADAL" clId="{E0332373-77F4-4C50-9916-5F17D4F96162}" dt="2025-02-03T04:58:07.119" v="1019"/>
        <pc:sldMkLst>
          <pc:docMk/>
          <pc:sldMk cId="3083596138" sldId="274"/>
        </pc:sldMkLst>
      </pc:sldChg>
      <pc:sldChg chg="addSp delSp modSp mod">
        <pc:chgData name="송상윤" userId="e8e73414-b8e4-430e-a891-1b257617aed8" providerId="ADAL" clId="{E0332373-77F4-4C50-9916-5F17D4F96162}" dt="2025-02-19T04:06:35.286" v="2703" actId="14100"/>
        <pc:sldMkLst>
          <pc:docMk/>
          <pc:sldMk cId="949846610" sldId="275"/>
        </pc:sldMkLst>
        <pc:graphicFrameChg chg="mod modGraphic">
          <ac:chgData name="송상윤" userId="e8e73414-b8e4-430e-a891-1b257617aed8" providerId="ADAL" clId="{E0332373-77F4-4C50-9916-5F17D4F96162}" dt="2025-02-03T05:52:30.858" v="1156" actId="20577"/>
          <ac:graphicFrameMkLst>
            <pc:docMk/>
            <pc:sldMk cId="949846610" sldId="275"/>
            <ac:graphicFrameMk id="6" creationId="{DF486DAA-51A9-FDEF-1B32-49AAC921F87E}"/>
          </ac:graphicFrameMkLst>
        </pc:graphicFrameChg>
      </pc:sldChg>
      <pc:sldChg chg="addSp delSp modSp mod">
        <pc:chgData name="송상윤" userId="e8e73414-b8e4-430e-a891-1b257617aed8" providerId="ADAL" clId="{E0332373-77F4-4C50-9916-5F17D4F96162}" dt="2025-02-03T07:01:08.561" v="1409" actId="20577"/>
        <pc:sldMkLst>
          <pc:docMk/>
          <pc:sldMk cId="2491551239" sldId="282"/>
        </pc:sldMkLst>
      </pc:sldChg>
      <pc:sldChg chg="addSp delSp modSp add mod">
        <pc:chgData name="송상윤" userId="e8e73414-b8e4-430e-a891-1b257617aed8" providerId="ADAL" clId="{E0332373-77F4-4C50-9916-5F17D4F96162}" dt="2025-02-03T07:24:39.545" v="1524" actId="1582"/>
        <pc:sldMkLst>
          <pc:docMk/>
          <pc:sldMk cId="3673458358" sldId="284"/>
        </pc:sldMkLst>
      </pc:sldChg>
      <pc:sldChg chg="addSp delSp modSp add mod">
        <pc:chgData name="송상윤" userId="e8e73414-b8e4-430e-a891-1b257617aed8" providerId="ADAL" clId="{E0332373-77F4-4C50-9916-5F17D4F96162}" dt="2025-02-03T07:13:17.879" v="1515" actId="1582"/>
        <pc:sldMkLst>
          <pc:docMk/>
          <pc:sldMk cId="366579551" sldId="285"/>
        </pc:sldMkLst>
      </pc:sldChg>
      <pc:sldChg chg="addSp delSp modSp add mod">
        <pc:chgData name="송상윤" userId="e8e73414-b8e4-430e-a891-1b257617aed8" providerId="ADAL" clId="{E0332373-77F4-4C50-9916-5F17D4F96162}" dt="2025-02-03T07:13:24.374" v="1517" actId="208"/>
        <pc:sldMkLst>
          <pc:docMk/>
          <pc:sldMk cId="1971613201" sldId="286"/>
        </pc:sldMkLst>
      </pc:sldChg>
      <pc:sldChg chg="addSp delSp modSp add mod">
        <pc:chgData name="송상윤" userId="e8e73414-b8e4-430e-a891-1b257617aed8" providerId="ADAL" clId="{E0332373-77F4-4C50-9916-5F17D4F96162}" dt="2025-02-06T00:43:44.192" v="2652" actId="1038"/>
        <pc:sldMkLst>
          <pc:docMk/>
          <pc:sldMk cId="3105591382" sldId="300"/>
        </pc:sldMkLst>
      </pc:sldChg>
    </pc:docChg>
  </pc:docChgLst>
  <pc:docChgLst>
    <pc:chgData name="성은비" userId="f6b7803e-7464-416b-8ff7-cf00c030232f" providerId="ADAL" clId="{1E3110DE-3549-4E33-978E-33FA148407F4}"/>
    <pc:docChg chg="undo custSel addSld delSld modSld">
      <pc:chgData name="성은비" userId="f6b7803e-7464-416b-8ff7-cf00c030232f" providerId="ADAL" clId="{1E3110DE-3549-4E33-978E-33FA148407F4}" dt="2025-02-26T04:45:55.055" v="69" actId="47"/>
      <pc:docMkLst>
        <pc:docMk/>
      </pc:docMkLst>
      <pc:sldChg chg="modSp mod">
        <pc:chgData name="성은비" userId="f6b7803e-7464-416b-8ff7-cf00c030232f" providerId="ADAL" clId="{1E3110DE-3549-4E33-978E-33FA148407F4}" dt="2025-02-26T01:00:44.955" v="13" actId="20577"/>
        <pc:sldMkLst>
          <pc:docMk/>
          <pc:sldMk cId="3128830111" sldId="270"/>
        </pc:sldMkLst>
        <pc:graphicFrameChg chg="modGraphic">
          <ac:chgData name="성은비" userId="f6b7803e-7464-416b-8ff7-cf00c030232f" providerId="ADAL" clId="{1E3110DE-3549-4E33-978E-33FA148407F4}" dt="2025-02-26T01:00:44.955" v="13" actId="20577"/>
          <ac:graphicFrameMkLst>
            <pc:docMk/>
            <pc:sldMk cId="3128830111" sldId="270"/>
            <ac:graphicFrameMk id="6" creationId="{07092A0A-D335-F4EF-7255-E43C96FF69B7}"/>
          </ac:graphicFrameMkLst>
        </pc:graphicFrameChg>
      </pc:sldChg>
      <pc:sldChg chg="addSp delSp mod">
        <pc:chgData name="성은비" userId="f6b7803e-7464-416b-8ff7-cf00c030232f" providerId="ADAL" clId="{1E3110DE-3549-4E33-978E-33FA148407F4}" dt="2025-02-26T04:45:43.564" v="67" actId="22"/>
        <pc:sldMkLst>
          <pc:docMk/>
          <pc:sldMk cId="949846610" sldId="275"/>
        </pc:sldMkLst>
        <pc:spChg chg="add del">
          <ac:chgData name="성은비" userId="f6b7803e-7464-416b-8ff7-cf00c030232f" providerId="ADAL" clId="{1E3110DE-3549-4E33-978E-33FA148407F4}" dt="2025-02-26T04:45:43.564" v="67" actId="22"/>
          <ac:spMkLst>
            <pc:docMk/>
            <pc:sldMk cId="949846610" sldId="275"/>
            <ac:spMk id="5" creationId="{4811CE1C-4E24-CCBB-433B-4DD70A22E585}"/>
          </ac:spMkLst>
        </pc:spChg>
      </pc:sldChg>
      <pc:sldChg chg="addSp delSp modSp mod">
        <pc:chgData name="성은비" userId="f6b7803e-7464-416b-8ff7-cf00c030232f" providerId="ADAL" clId="{1E3110DE-3549-4E33-978E-33FA148407F4}" dt="2025-02-26T01:02:17.166" v="24" actId="1035"/>
        <pc:sldMkLst>
          <pc:docMk/>
          <pc:sldMk cId="1337017060" sldId="278"/>
        </pc:sldMkLst>
        <pc:spChg chg="mod">
          <ac:chgData name="성은비" userId="f6b7803e-7464-416b-8ff7-cf00c030232f" providerId="ADAL" clId="{1E3110DE-3549-4E33-978E-33FA148407F4}" dt="2025-02-26T01:02:17.166" v="24" actId="1035"/>
          <ac:spMkLst>
            <pc:docMk/>
            <pc:sldMk cId="1337017060" sldId="278"/>
            <ac:spMk id="6" creationId="{5311E6FA-9CC9-316F-D91B-764D072DC68D}"/>
          </ac:spMkLst>
        </pc:spChg>
        <pc:picChg chg="add mod ord">
          <ac:chgData name="성은비" userId="f6b7803e-7464-416b-8ff7-cf00c030232f" providerId="ADAL" clId="{1E3110DE-3549-4E33-978E-33FA148407F4}" dt="2025-02-26T01:02:10.349" v="21" actId="167"/>
          <ac:picMkLst>
            <pc:docMk/>
            <pc:sldMk cId="1337017060" sldId="278"/>
            <ac:picMk id="5" creationId="{7C1A0563-B366-1EB9-A131-6893E525B36A}"/>
          </ac:picMkLst>
        </pc:picChg>
        <pc:picChg chg="del">
          <ac:chgData name="성은비" userId="f6b7803e-7464-416b-8ff7-cf00c030232f" providerId="ADAL" clId="{1E3110DE-3549-4E33-978E-33FA148407F4}" dt="2025-02-26T01:02:12.134" v="22" actId="478"/>
          <ac:picMkLst>
            <pc:docMk/>
            <pc:sldMk cId="1337017060" sldId="278"/>
            <ac:picMk id="8" creationId="{E702814E-BA93-BE4C-C034-918FD5398EF5}"/>
          </ac:picMkLst>
        </pc:picChg>
      </pc:sldChg>
      <pc:sldChg chg="del">
        <pc:chgData name="성은비" userId="f6b7803e-7464-416b-8ff7-cf00c030232f" providerId="ADAL" clId="{1E3110DE-3549-4E33-978E-33FA148407F4}" dt="2025-02-25T01:49:30.530" v="1" actId="47"/>
        <pc:sldMkLst>
          <pc:docMk/>
          <pc:sldMk cId="3105591382" sldId="300"/>
        </pc:sldMkLst>
      </pc:sldChg>
      <pc:sldChg chg="modSp del">
        <pc:chgData name="성은비" userId="f6b7803e-7464-416b-8ff7-cf00c030232f" providerId="ADAL" clId="{1E3110DE-3549-4E33-978E-33FA148407F4}" dt="2025-02-26T04:45:55.055" v="69" actId="47"/>
        <pc:sldMkLst>
          <pc:docMk/>
          <pc:sldMk cId="3060593141" sldId="306"/>
        </pc:sldMkLst>
        <pc:graphicFrameChg chg="mod">
          <ac:chgData name="성은비" userId="f6b7803e-7464-416b-8ff7-cf00c030232f" providerId="ADAL" clId="{1E3110DE-3549-4E33-978E-33FA148407F4}" dt="2025-02-26T04:40:30.167" v="65"/>
          <ac:graphicFrameMkLst>
            <pc:docMk/>
            <pc:sldMk cId="3060593141" sldId="306"/>
            <ac:graphicFrameMk id="6" creationId="{0674C02D-B839-8388-E1F0-AE1D88ABD08C}"/>
          </ac:graphicFrameMkLst>
        </pc:graphicFrameChg>
      </pc:sldChg>
      <pc:sldChg chg="add">
        <pc:chgData name="성은비" userId="f6b7803e-7464-416b-8ff7-cf00c030232f" providerId="ADAL" clId="{1E3110DE-3549-4E33-978E-33FA148407F4}" dt="2025-02-25T01:49:27.906" v="0"/>
        <pc:sldMkLst>
          <pc:docMk/>
          <pc:sldMk cId="3898932200" sldId="309"/>
        </pc:sldMkLst>
      </pc:sldChg>
      <pc:sldChg chg="add">
        <pc:chgData name="성은비" userId="f6b7803e-7464-416b-8ff7-cf00c030232f" providerId="ADAL" clId="{1E3110DE-3549-4E33-978E-33FA148407F4}" dt="2025-02-26T04:45:52.944" v="68"/>
        <pc:sldMkLst>
          <pc:docMk/>
          <pc:sldMk cId="946140926" sldId="310"/>
        </pc:sldMkLst>
      </pc:sldChg>
    </pc:docChg>
  </pc:docChgLst>
  <pc:docChgLst>
    <pc:chgData name="김민선" userId="S::minsun.kim@zenithcloud.com::b9ea6ffa-c475-42fd-bff4-a9646ffb6cbe" providerId="AD" clId="Web-{1028AB84-63DE-4E61-AB2D-EDB3BB0141EC}"/>
    <pc:docChg chg="modSld">
      <pc:chgData name="김민선" userId="S::minsun.kim@zenithcloud.com::b9ea6ffa-c475-42fd-bff4-a9646ffb6cbe" providerId="AD" clId="Web-{1028AB84-63DE-4E61-AB2D-EDB3BB0141EC}" dt="2025-02-17T04:51:05.696" v="325"/>
      <pc:docMkLst>
        <pc:docMk/>
      </pc:docMkLst>
      <pc:sldChg chg="modSp">
        <pc:chgData name="김민선" userId="S::minsun.kim@zenithcloud.com::b9ea6ffa-c475-42fd-bff4-a9646ffb6cbe" providerId="AD" clId="Web-{1028AB84-63DE-4E61-AB2D-EDB3BB0141EC}" dt="2025-02-17T04:51:05.696" v="325"/>
        <pc:sldMkLst>
          <pc:docMk/>
          <pc:sldMk cId="1046709086" sldId="296"/>
        </pc:sldMkLst>
      </pc:sldChg>
    </pc:docChg>
  </pc:docChgLst>
  <pc:docChgLst>
    <pc:chgData name="김성철" userId="8faa9d33-4c33-4c5a-9d76-95506e7474f6" providerId="ADAL" clId="{958D51AD-5CB0-4388-8D41-1B0BB72CEF7E}"/>
    <pc:docChg chg="modSld">
      <pc:chgData name="김성철" userId="8faa9d33-4c33-4c5a-9d76-95506e7474f6" providerId="ADAL" clId="{958D51AD-5CB0-4388-8D41-1B0BB72CEF7E}" dt="2025-02-17T07:03:34.152" v="110" actId="20577"/>
      <pc:docMkLst>
        <pc:docMk/>
      </pc:docMkLst>
      <pc:sldChg chg="modSp mod">
        <pc:chgData name="김성철" userId="8faa9d33-4c33-4c5a-9d76-95506e7474f6" providerId="ADAL" clId="{958D51AD-5CB0-4388-8D41-1B0BB72CEF7E}" dt="2025-02-17T07:03:34.152" v="110" actId="20577"/>
        <pc:sldMkLst>
          <pc:docMk/>
          <pc:sldMk cId="3128830111" sldId="270"/>
        </pc:sldMkLst>
        <pc:spChg chg="mod">
          <ac:chgData name="김성철" userId="8faa9d33-4c33-4c5a-9d76-95506e7474f6" providerId="ADAL" clId="{958D51AD-5CB0-4388-8D41-1B0BB72CEF7E}" dt="2025-02-17T07:03:34.152" v="110" actId="20577"/>
          <ac:spMkLst>
            <pc:docMk/>
            <pc:sldMk cId="3128830111" sldId="270"/>
            <ac:spMk id="4" creationId="{50621CF6-D275-F21D-FBFD-6A3EAF6710C2}"/>
          </ac:spMkLst>
        </pc:spChg>
      </pc:sldChg>
      <pc:sldChg chg="modSp mod">
        <pc:chgData name="김성철" userId="8faa9d33-4c33-4c5a-9d76-95506e7474f6" providerId="ADAL" clId="{958D51AD-5CB0-4388-8D41-1B0BB72CEF7E}" dt="2025-02-17T06:54:30.259" v="58" actId="20577"/>
        <pc:sldMkLst>
          <pc:docMk/>
          <pc:sldMk cId="949846610" sldId="275"/>
        </pc:sldMkLst>
        <pc:spChg chg="mod">
          <ac:chgData name="김성철" userId="8faa9d33-4c33-4c5a-9d76-95506e7474f6" providerId="ADAL" clId="{958D51AD-5CB0-4388-8D41-1B0BB72CEF7E}" dt="2025-02-17T06:54:30.259" v="58" actId="20577"/>
          <ac:spMkLst>
            <pc:docMk/>
            <pc:sldMk cId="949846610" sldId="275"/>
            <ac:spMk id="4" creationId="{7E0F0FB2-BDAD-1A4D-8496-B021FAD7B83B}"/>
          </ac:spMkLst>
        </pc:spChg>
      </pc:sldChg>
      <pc:sldChg chg="modSp mod">
        <pc:chgData name="김성철" userId="8faa9d33-4c33-4c5a-9d76-95506e7474f6" providerId="ADAL" clId="{958D51AD-5CB0-4388-8D41-1B0BB72CEF7E}" dt="2025-02-17T06:54:06.646" v="25" actId="20577"/>
        <pc:sldMkLst>
          <pc:docMk/>
          <pc:sldMk cId="183522235" sldId="294"/>
        </pc:sldMkLst>
        <pc:spChg chg="mod">
          <ac:chgData name="김성철" userId="8faa9d33-4c33-4c5a-9d76-95506e7474f6" providerId="ADAL" clId="{958D51AD-5CB0-4388-8D41-1B0BB72CEF7E}" dt="2025-02-17T06:54:06.646" v="25" actId="20577"/>
          <ac:spMkLst>
            <pc:docMk/>
            <pc:sldMk cId="183522235" sldId="294"/>
            <ac:spMk id="4" creationId="{34D773A9-250B-2ACF-9C62-2B74E8C1DA2D}"/>
          </ac:spMkLst>
        </pc:spChg>
      </pc:sldChg>
      <pc:sldChg chg="modSp mod">
        <pc:chgData name="김성철" userId="8faa9d33-4c33-4c5a-9d76-95506e7474f6" providerId="ADAL" clId="{958D51AD-5CB0-4388-8D41-1B0BB72CEF7E}" dt="2025-02-17T06:54:16.379" v="40" actId="20577"/>
        <pc:sldMkLst>
          <pc:docMk/>
          <pc:sldMk cId="3269657166" sldId="295"/>
        </pc:sldMkLst>
      </pc:sldChg>
      <pc:sldChg chg="modSp mod">
        <pc:chgData name="김성철" userId="8faa9d33-4c33-4c5a-9d76-95506e7474f6" providerId="ADAL" clId="{958D51AD-5CB0-4388-8D41-1B0BB72CEF7E}" dt="2025-02-17T06:54:23.506" v="48" actId="20577"/>
        <pc:sldMkLst>
          <pc:docMk/>
          <pc:sldMk cId="1046709086" sldId="296"/>
        </pc:sldMkLst>
      </pc:sldChg>
      <pc:sldChg chg="modSp mod">
        <pc:chgData name="김성철" userId="8faa9d33-4c33-4c5a-9d76-95506e7474f6" providerId="ADAL" clId="{958D51AD-5CB0-4388-8D41-1B0BB72CEF7E}" dt="2025-02-17T06:54:41.569" v="69" actId="20577"/>
        <pc:sldMkLst>
          <pc:docMk/>
          <pc:sldMk cId="3552787789" sldId="299"/>
        </pc:sldMkLst>
      </pc:sldChg>
      <pc:sldChg chg="modSp mod">
        <pc:chgData name="김성철" userId="8faa9d33-4c33-4c5a-9d76-95506e7474f6" providerId="ADAL" clId="{958D51AD-5CB0-4388-8D41-1B0BB72CEF7E}" dt="2025-02-17T06:55:03.390" v="80" actId="20577"/>
        <pc:sldMkLst>
          <pc:docMk/>
          <pc:sldMk cId="817520833" sldId="301"/>
        </pc:sldMkLst>
      </pc:sldChg>
      <pc:sldChg chg="modSp mod">
        <pc:chgData name="김성철" userId="8faa9d33-4c33-4c5a-9d76-95506e7474f6" providerId="ADAL" clId="{958D51AD-5CB0-4388-8D41-1B0BB72CEF7E}" dt="2025-02-17T06:55:09.470" v="91" actId="20577"/>
        <pc:sldMkLst>
          <pc:docMk/>
          <pc:sldMk cId="3091535432" sldId="302"/>
        </pc:sldMkLst>
      </pc:sldChg>
    </pc:docChg>
  </pc:docChgLst>
  <pc:docChgLst>
    <pc:chgData name="서순혁" userId="55a106a7-a01f-41af-ae81-53d867784d6f" providerId="ADAL" clId="{B893D913-77E7-4411-A627-8765EE9D84B9}"/>
    <pc:docChg chg="undo custSel addSld delSld modSld sldOrd">
      <pc:chgData name="서순혁" userId="55a106a7-a01f-41af-ae81-53d867784d6f" providerId="ADAL" clId="{B893D913-77E7-4411-A627-8765EE9D84B9}" dt="2025-02-11T05:40:38.738" v="91"/>
      <pc:docMkLst>
        <pc:docMk/>
      </pc:docMkLst>
      <pc:sldChg chg="ord">
        <pc:chgData name="서순혁" userId="55a106a7-a01f-41af-ae81-53d867784d6f" providerId="ADAL" clId="{B893D913-77E7-4411-A627-8765EE9D84B9}" dt="2025-02-11T05:40:38.738" v="91"/>
        <pc:sldMkLst>
          <pc:docMk/>
          <pc:sldMk cId="1461157646" sldId="265"/>
        </pc:sldMkLst>
      </pc:sldChg>
      <pc:sldChg chg="modSp del mod">
        <pc:chgData name="서순혁" userId="55a106a7-a01f-41af-ae81-53d867784d6f" providerId="ADAL" clId="{B893D913-77E7-4411-A627-8765EE9D84B9}" dt="2025-02-05T05:15:12.772" v="81" actId="47"/>
        <pc:sldMkLst>
          <pc:docMk/>
          <pc:sldMk cId="813090633" sldId="276"/>
        </pc:sldMkLst>
      </pc:sldChg>
      <pc:sldChg chg="addSp delSp modSp add del mod">
        <pc:chgData name="서순혁" userId="55a106a7-a01f-41af-ae81-53d867784d6f" providerId="ADAL" clId="{B893D913-77E7-4411-A627-8765EE9D84B9}" dt="2025-02-11T05:40:36.944" v="89"/>
        <pc:sldMkLst>
          <pc:docMk/>
          <pc:sldMk cId="2289930131" sldId="283"/>
        </pc:sldMkLst>
      </pc:sldChg>
      <pc:sldChg chg="add">
        <pc:chgData name="서순혁" userId="55a106a7-a01f-41af-ae81-53d867784d6f" providerId="ADAL" clId="{B893D913-77E7-4411-A627-8765EE9D84B9}" dt="2025-02-05T05:15:11.199" v="80"/>
        <pc:sldMkLst>
          <pc:docMk/>
          <pc:sldMk cId="3552787789" sldId="299"/>
        </pc:sldMkLst>
      </pc:sldChg>
      <pc:sldChg chg="add">
        <pc:chgData name="서순혁" userId="55a106a7-a01f-41af-ae81-53d867784d6f" providerId="ADAL" clId="{B893D913-77E7-4411-A627-8765EE9D84B9}" dt="2025-02-11T04:46:58.004" v="82"/>
        <pc:sldMkLst>
          <pc:docMk/>
          <pc:sldMk cId="817520833" sldId="301"/>
        </pc:sldMkLst>
      </pc:sldChg>
      <pc:sldChg chg="add">
        <pc:chgData name="서순혁" userId="55a106a7-a01f-41af-ae81-53d867784d6f" providerId="ADAL" clId="{B893D913-77E7-4411-A627-8765EE9D84B9}" dt="2025-02-11T04:46:58.004" v="82"/>
        <pc:sldMkLst>
          <pc:docMk/>
          <pc:sldMk cId="3091535432" sldId="302"/>
        </pc:sldMkLst>
      </pc:sldChg>
      <pc:sldChg chg="add">
        <pc:chgData name="서순혁" userId="55a106a7-a01f-41af-ae81-53d867784d6f" providerId="ADAL" clId="{B893D913-77E7-4411-A627-8765EE9D84B9}" dt="2025-02-11T05:40:36.944" v="89"/>
        <pc:sldMkLst>
          <pc:docMk/>
          <pc:sldMk cId="1771153810" sldId="303"/>
        </pc:sldMkLst>
      </pc:sldChg>
      <pc:sldChg chg="add">
        <pc:chgData name="서순혁" userId="55a106a7-a01f-41af-ae81-53d867784d6f" providerId="ADAL" clId="{B893D913-77E7-4411-A627-8765EE9D84B9}" dt="2025-02-11T05:40:36.944" v="89"/>
        <pc:sldMkLst>
          <pc:docMk/>
          <pc:sldMk cId="952872999" sldId="304"/>
        </pc:sldMkLst>
      </pc:sldChg>
    </pc:docChg>
  </pc:docChgLst>
  <pc:docChgLst>
    <pc:chgData name="성은비" userId="f6b7803e-7464-416b-8ff7-cf00c030232f" providerId="ADAL" clId="{8715E2DB-2718-42FB-AF69-0EF1825231D6}"/>
    <pc:docChg chg="undo redo custSel addSld delSld modSld">
      <pc:chgData name="성은비" userId="f6b7803e-7464-416b-8ff7-cf00c030232f" providerId="ADAL" clId="{8715E2DB-2718-42FB-AF69-0EF1825231D6}" dt="2025-02-17T04:53:42.628" v="10658" actId="20577"/>
      <pc:docMkLst>
        <pc:docMk/>
      </pc:docMkLst>
      <pc:sldChg chg="addSp delSp modSp del mod modNotesTx">
        <pc:chgData name="성은비" userId="f6b7803e-7464-416b-8ff7-cf00c030232f" providerId="ADAL" clId="{8715E2DB-2718-42FB-AF69-0EF1825231D6}" dt="2025-02-06T00:48:59.939" v="8876" actId="2696"/>
        <pc:sldMkLst>
          <pc:docMk/>
          <pc:sldMk cId="1245539277" sldId="266"/>
        </pc:sldMkLst>
      </pc:sldChg>
      <pc:sldChg chg="modSp mod">
        <pc:chgData name="성은비" userId="f6b7803e-7464-416b-8ff7-cf00c030232f" providerId="ADAL" clId="{8715E2DB-2718-42FB-AF69-0EF1825231D6}" dt="2025-02-05T06:34:52.238" v="7760" actId="20577"/>
        <pc:sldMkLst>
          <pc:docMk/>
          <pc:sldMk cId="408950386" sldId="269"/>
        </pc:sldMkLst>
        <pc:spChg chg="mod">
          <ac:chgData name="성은비" userId="f6b7803e-7464-416b-8ff7-cf00c030232f" providerId="ADAL" clId="{8715E2DB-2718-42FB-AF69-0EF1825231D6}" dt="2025-02-05T06:34:52.238" v="7760" actId="20577"/>
          <ac:spMkLst>
            <pc:docMk/>
            <pc:sldMk cId="408950386" sldId="269"/>
            <ac:spMk id="4" creationId="{5B2E1578-CB41-F7C8-A3FD-31CC79F4CF9A}"/>
          </ac:spMkLst>
        </pc:spChg>
      </pc:sldChg>
      <pc:sldChg chg="modSp mod modNotesTx">
        <pc:chgData name="성은비" userId="f6b7803e-7464-416b-8ff7-cf00c030232f" providerId="ADAL" clId="{8715E2DB-2718-42FB-AF69-0EF1825231D6}" dt="2025-02-17T04:48:50.518" v="10586"/>
        <pc:sldMkLst>
          <pc:docMk/>
          <pc:sldMk cId="3128830111" sldId="270"/>
        </pc:sldMkLst>
        <pc:graphicFrameChg chg="mod modGraphic">
          <ac:chgData name="성은비" userId="f6b7803e-7464-416b-8ff7-cf00c030232f" providerId="ADAL" clId="{8715E2DB-2718-42FB-AF69-0EF1825231D6}" dt="2025-02-17T04:48:50.518" v="10586"/>
          <ac:graphicFrameMkLst>
            <pc:docMk/>
            <pc:sldMk cId="3128830111" sldId="270"/>
            <ac:graphicFrameMk id="6" creationId="{07092A0A-D335-F4EF-7255-E43C96FF69B7}"/>
          </ac:graphicFrameMkLst>
        </pc:graphicFrameChg>
      </pc:sldChg>
      <pc:sldChg chg="addSp delSp modSp mod">
        <pc:chgData name="성은비" userId="f6b7803e-7464-416b-8ff7-cf00c030232f" providerId="ADAL" clId="{8715E2DB-2718-42FB-AF69-0EF1825231D6}" dt="2025-02-12T08:46:52.108" v="9408" actId="1037"/>
        <pc:sldMkLst>
          <pc:docMk/>
          <pc:sldMk cId="3124478559" sldId="271"/>
        </pc:sldMkLst>
        <pc:spChg chg="mod">
          <ac:chgData name="성은비" userId="f6b7803e-7464-416b-8ff7-cf00c030232f" providerId="ADAL" clId="{8715E2DB-2718-42FB-AF69-0EF1825231D6}" dt="2025-02-05T06:17:52.217" v="7593" actId="20577"/>
          <ac:spMkLst>
            <pc:docMk/>
            <pc:sldMk cId="3124478559" sldId="271"/>
            <ac:spMk id="4" creationId="{A3A65CB9-5B2A-D1C2-6328-1046069D9E30}"/>
          </ac:spMkLst>
        </pc:spChg>
        <pc:spChg chg="add mod">
          <ac:chgData name="성은비" userId="f6b7803e-7464-416b-8ff7-cf00c030232f" providerId="ADAL" clId="{8715E2DB-2718-42FB-AF69-0EF1825231D6}" dt="2025-02-12T08:10:12.401" v="8963" actId="1035"/>
          <ac:spMkLst>
            <pc:docMk/>
            <pc:sldMk cId="3124478559" sldId="271"/>
            <ac:spMk id="5" creationId="{F70A9C48-609F-3EE0-BA21-10C722D67221}"/>
          </ac:spMkLst>
        </pc:spChg>
        <pc:spChg chg="add mod">
          <ac:chgData name="성은비" userId="f6b7803e-7464-416b-8ff7-cf00c030232f" providerId="ADAL" clId="{8715E2DB-2718-42FB-AF69-0EF1825231D6}" dt="2025-02-12T08:03:56.179" v="8906" actId="14100"/>
          <ac:spMkLst>
            <pc:docMk/>
            <pc:sldMk cId="3124478559" sldId="271"/>
            <ac:spMk id="7" creationId="{34E60374-7E4C-586E-8B20-1E64B7C0D4CD}"/>
          </ac:spMkLst>
        </pc:spChg>
        <pc:spChg chg="add mod">
          <ac:chgData name="성은비" userId="f6b7803e-7464-416b-8ff7-cf00c030232f" providerId="ADAL" clId="{8715E2DB-2718-42FB-AF69-0EF1825231D6}" dt="2025-02-12T08:03:50.788" v="8904" actId="14100"/>
          <ac:spMkLst>
            <pc:docMk/>
            <pc:sldMk cId="3124478559" sldId="271"/>
            <ac:spMk id="8" creationId="{1B709713-FB17-A190-D8C7-5A52D44B70E1}"/>
          </ac:spMkLst>
        </pc:spChg>
        <pc:spChg chg="add mod">
          <ac:chgData name="성은비" userId="f6b7803e-7464-416b-8ff7-cf00c030232f" providerId="ADAL" clId="{8715E2DB-2718-42FB-AF69-0EF1825231D6}" dt="2025-02-12T08:09:44.465" v="8959" actId="1076"/>
          <ac:spMkLst>
            <pc:docMk/>
            <pc:sldMk cId="3124478559" sldId="271"/>
            <ac:spMk id="9" creationId="{05539EB4-8128-2E14-BC3D-302408BF8849}"/>
          </ac:spMkLst>
        </pc:spChg>
        <pc:spChg chg="add mod">
          <ac:chgData name="성은비" userId="f6b7803e-7464-416b-8ff7-cf00c030232f" providerId="ADAL" clId="{8715E2DB-2718-42FB-AF69-0EF1825231D6}" dt="2025-02-12T08:46:52.108" v="9408" actId="1037"/>
          <ac:spMkLst>
            <pc:docMk/>
            <pc:sldMk cId="3124478559" sldId="271"/>
            <ac:spMk id="11" creationId="{A1E15934-4A36-0065-97A9-348A51F0B6FD}"/>
          </ac:spMkLst>
        </pc:spChg>
        <pc:picChg chg="add mod ord">
          <ac:chgData name="성은비" userId="f6b7803e-7464-416b-8ff7-cf00c030232f" providerId="ADAL" clId="{8715E2DB-2718-42FB-AF69-0EF1825231D6}" dt="2025-02-12T08:38:55.325" v="9241" actId="1582"/>
          <ac:picMkLst>
            <pc:docMk/>
            <pc:sldMk cId="3124478559" sldId="271"/>
            <ac:picMk id="18" creationId="{8F0C9512-EA5C-A234-9999-1B2792A72085}"/>
          </ac:picMkLst>
        </pc:picChg>
      </pc:sldChg>
      <pc:sldChg chg="modSp mod">
        <pc:chgData name="성은비" userId="f6b7803e-7464-416b-8ff7-cf00c030232f" providerId="ADAL" clId="{8715E2DB-2718-42FB-AF69-0EF1825231D6}" dt="2025-02-17T04:49:08.519" v="10589" actId="20577"/>
        <pc:sldMkLst>
          <pc:docMk/>
          <pc:sldMk cId="949846610" sldId="275"/>
        </pc:sldMkLst>
        <pc:graphicFrameChg chg="mod modGraphic">
          <ac:chgData name="성은비" userId="f6b7803e-7464-416b-8ff7-cf00c030232f" providerId="ADAL" clId="{8715E2DB-2718-42FB-AF69-0EF1825231D6}" dt="2025-02-17T04:49:08.519" v="10589" actId="20577"/>
          <ac:graphicFrameMkLst>
            <pc:docMk/>
            <pc:sldMk cId="949846610" sldId="275"/>
            <ac:graphicFrameMk id="6" creationId="{DF486DAA-51A9-FDEF-1B32-49AAC921F87E}"/>
          </ac:graphicFrameMkLst>
        </pc:graphicFrameChg>
      </pc:sldChg>
      <pc:sldChg chg="modSp mod">
        <pc:chgData name="성은비" userId="f6b7803e-7464-416b-8ff7-cf00c030232f" providerId="ADAL" clId="{8715E2DB-2718-42FB-AF69-0EF1825231D6}" dt="2025-02-04T06:25:22.980" v="3188" actId="1076"/>
        <pc:sldMkLst>
          <pc:docMk/>
          <pc:sldMk cId="813090633" sldId="276"/>
        </pc:sldMkLst>
      </pc:sldChg>
      <pc:sldChg chg="addSp delSp modSp mod">
        <pc:chgData name="성은비" userId="f6b7803e-7464-416b-8ff7-cf00c030232f" providerId="ADAL" clId="{8715E2DB-2718-42FB-AF69-0EF1825231D6}" dt="2025-02-12T08:47:45.329" v="9445" actId="1076"/>
        <pc:sldMkLst>
          <pc:docMk/>
          <pc:sldMk cId="3419667920" sldId="277"/>
        </pc:sldMkLst>
        <pc:spChg chg="add mod">
          <ac:chgData name="성은비" userId="f6b7803e-7464-416b-8ff7-cf00c030232f" providerId="ADAL" clId="{8715E2DB-2718-42FB-AF69-0EF1825231D6}" dt="2025-02-12T08:13:22.177" v="9026" actId="14100"/>
          <ac:spMkLst>
            <pc:docMk/>
            <pc:sldMk cId="3419667920" sldId="277"/>
            <ac:spMk id="3" creationId="{0CF80F9B-7EC9-DD9A-3F2D-FA62C1183826}"/>
          </ac:spMkLst>
        </pc:spChg>
        <pc:spChg chg="add mod">
          <ac:chgData name="성은비" userId="f6b7803e-7464-416b-8ff7-cf00c030232f" providerId="ADAL" clId="{8715E2DB-2718-42FB-AF69-0EF1825231D6}" dt="2025-02-12T08:13:36.160" v="9030" actId="14100"/>
          <ac:spMkLst>
            <pc:docMk/>
            <pc:sldMk cId="3419667920" sldId="277"/>
            <ac:spMk id="6" creationId="{A7656C5F-5606-404D-0204-50F00887C56A}"/>
          </ac:spMkLst>
        </pc:spChg>
        <pc:spChg chg="add mod">
          <ac:chgData name="성은비" userId="f6b7803e-7464-416b-8ff7-cf00c030232f" providerId="ADAL" clId="{8715E2DB-2718-42FB-AF69-0EF1825231D6}" dt="2025-02-12T08:45:06.176" v="9328" actId="1076"/>
          <ac:spMkLst>
            <pc:docMk/>
            <pc:sldMk cId="3419667920" sldId="277"/>
            <ac:spMk id="10" creationId="{769A689F-47A7-AA8A-107A-ABC666423F04}"/>
          </ac:spMkLst>
        </pc:spChg>
        <pc:spChg chg="add mod">
          <ac:chgData name="성은비" userId="f6b7803e-7464-416b-8ff7-cf00c030232f" providerId="ADAL" clId="{8715E2DB-2718-42FB-AF69-0EF1825231D6}" dt="2025-02-12T08:45:19.222" v="9332" actId="1076"/>
          <ac:spMkLst>
            <pc:docMk/>
            <pc:sldMk cId="3419667920" sldId="277"/>
            <ac:spMk id="11" creationId="{B4B3AAD9-B81B-58EE-0566-F49F08EDA224}"/>
          </ac:spMkLst>
        </pc:spChg>
        <pc:spChg chg="add mod">
          <ac:chgData name="성은비" userId="f6b7803e-7464-416b-8ff7-cf00c030232f" providerId="ADAL" clId="{8715E2DB-2718-42FB-AF69-0EF1825231D6}" dt="2025-02-12T08:47:45.329" v="9445" actId="1076"/>
          <ac:spMkLst>
            <pc:docMk/>
            <pc:sldMk cId="3419667920" sldId="277"/>
            <ac:spMk id="12" creationId="{C79BC527-0054-9169-0BE3-B7371CFE4D0F}"/>
          </ac:spMkLst>
        </pc:spChg>
        <pc:picChg chg="mod">
          <ac:chgData name="성은비" userId="f6b7803e-7464-416b-8ff7-cf00c030232f" providerId="ADAL" clId="{8715E2DB-2718-42FB-AF69-0EF1825231D6}" dt="2025-02-12T08:39:16.046" v="9243" actId="1582"/>
          <ac:picMkLst>
            <pc:docMk/>
            <pc:sldMk cId="3419667920" sldId="277"/>
            <ac:picMk id="5" creationId="{2CCAB3C3-CF8B-8924-307C-F5C098CF8374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43:29.574" v="9294" actId="1076"/>
        <pc:sldMkLst>
          <pc:docMk/>
          <pc:sldMk cId="1337017060" sldId="278"/>
        </pc:sldMkLst>
        <pc:spChg chg="add mod">
          <ac:chgData name="성은비" userId="f6b7803e-7464-416b-8ff7-cf00c030232f" providerId="ADAL" clId="{8715E2DB-2718-42FB-AF69-0EF1825231D6}" dt="2025-02-12T08:43:29.574" v="9294" actId="1076"/>
          <ac:spMkLst>
            <pc:docMk/>
            <pc:sldMk cId="1337017060" sldId="278"/>
            <ac:spMk id="6" creationId="{5311E6FA-9CC9-316F-D91B-764D072DC68D}"/>
          </ac:spMkLst>
        </pc:spChg>
      </pc:sldChg>
      <pc:sldChg chg="delSp modSp add mod">
        <pc:chgData name="성은비" userId="f6b7803e-7464-416b-8ff7-cf00c030232f" providerId="ADAL" clId="{8715E2DB-2718-42FB-AF69-0EF1825231D6}" dt="2025-02-03T05:07:27.347" v="11" actId="478"/>
        <pc:sldMkLst>
          <pc:docMk/>
          <pc:sldMk cId="1129802947" sldId="279"/>
        </pc:sldMkLst>
      </pc:sldChg>
      <pc:sldChg chg="modSp add mod">
        <pc:chgData name="성은비" userId="f6b7803e-7464-416b-8ff7-cf00c030232f" providerId="ADAL" clId="{8715E2DB-2718-42FB-AF69-0EF1825231D6}" dt="2025-02-03T05:07:37.376" v="30" actId="20577"/>
        <pc:sldMkLst>
          <pc:docMk/>
          <pc:sldMk cId="2664584966" sldId="280"/>
        </pc:sldMkLst>
      </pc:sldChg>
      <pc:sldChg chg="addSp delSp modSp add mod">
        <pc:chgData name="성은비" userId="f6b7803e-7464-416b-8ff7-cf00c030232f" providerId="ADAL" clId="{8715E2DB-2718-42FB-AF69-0EF1825231D6}" dt="2025-02-12T08:44:09.696" v="9314" actId="1035"/>
        <pc:sldMkLst>
          <pc:docMk/>
          <pc:sldMk cId="2614586274" sldId="281"/>
        </pc:sldMkLst>
        <pc:spChg chg="mod">
          <ac:chgData name="성은비" userId="f6b7803e-7464-416b-8ff7-cf00c030232f" providerId="ADAL" clId="{8715E2DB-2718-42FB-AF69-0EF1825231D6}" dt="2025-02-04T08:00:04.491" v="5979" actId="20577"/>
          <ac:spMkLst>
            <pc:docMk/>
            <pc:sldMk cId="2614586274" sldId="281"/>
            <ac:spMk id="4" creationId="{655AD219-51C2-643A-1B3A-835C7BD4B165}"/>
          </ac:spMkLst>
        </pc:spChg>
        <pc:spChg chg="add mod">
          <ac:chgData name="성은비" userId="f6b7803e-7464-416b-8ff7-cf00c030232f" providerId="ADAL" clId="{8715E2DB-2718-42FB-AF69-0EF1825231D6}" dt="2025-02-12T08:44:09.696" v="9314" actId="1035"/>
          <ac:spMkLst>
            <pc:docMk/>
            <pc:sldMk cId="2614586274" sldId="281"/>
            <ac:spMk id="5" creationId="{129FE2AB-599E-6CF2-90B4-C52189C9EDB0}"/>
          </ac:spMkLst>
        </pc:spChg>
        <pc:picChg chg="mod">
          <ac:chgData name="성은비" userId="f6b7803e-7464-416b-8ff7-cf00c030232f" providerId="ADAL" clId="{8715E2DB-2718-42FB-AF69-0EF1825231D6}" dt="2025-02-12T08:39:51.769" v="9248" actId="1582"/>
          <ac:picMkLst>
            <pc:docMk/>
            <pc:sldMk cId="2614586274" sldId="281"/>
            <ac:picMk id="12" creationId="{89F0BFC9-EAB3-6336-155F-3D5EF6C1085B}"/>
          </ac:picMkLst>
        </pc:picChg>
      </pc:sldChg>
      <pc:sldChg chg="addSp delSp modSp add mod">
        <pc:chgData name="성은비" userId="f6b7803e-7464-416b-8ff7-cf00c030232f" providerId="ADAL" clId="{8715E2DB-2718-42FB-AF69-0EF1825231D6}" dt="2025-02-12T08:43:05.157" v="9291" actId="1076"/>
        <pc:sldMkLst>
          <pc:docMk/>
          <pc:sldMk cId="2491551239" sldId="282"/>
        </pc:sldMkLst>
      </pc:sldChg>
      <pc:sldChg chg="addSp delSp modSp add mod">
        <pc:chgData name="성은비" userId="f6b7803e-7464-416b-8ff7-cf00c030232f" providerId="ADAL" clId="{8715E2DB-2718-42FB-AF69-0EF1825231D6}" dt="2025-02-13T00:23:54.760" v="9815"/>
        <pc:sldMkLst>
          <pc:docMk/>
          <pc:sldMk cId="2289930131" sldId="283"/>
        </pc:sldMkLst>
        <pc:spChg chg="add mod">
          <ac:chgData name="성은비" userId="f6b7803e-7464-416b-8ff7-cf00c030232f" providerId="ADAL" clId="{8715E2DB-2718-42FB-AF69-0EF1825231D6}" dt="2025-02-12T08:51:58.416" v="9572" actId="1036"/>
          <ac:spMkLst>
            <pc:docMk/>
            <pc:sldMk cId="2289930131" sldId="283"/>
            <ac:spMk id="2" creationId="{8D1B35C6-A224-45C3-B66E-F8DCEB62128D}"/>
          </ac:spMkLst>
        </pc:spChg>
        <pc:spChg chg="mod">
          <ac:chgData name="성은비" userId="f6b7803e-7464-416b-8ff7-cf00c030232f" providerId="ADAL" clId="{8715E2DB-2718-42FB-AF69-0EF1825231D6}" dt="2025-02-03T05:08:01.610" v="69" actId="20577"/>
          <ac:spMkLst>
            <pc:docMk/>
            <pc:sldMk cId="2289930131" sldId="283"/>
            <ac:spMk id="4" creationId="{4D9764C8-011C-0371-AE64-BA055A6AE369}"/>
          </ac:spMkLst>
        </pc:spChg>
        <pc:spChg chg="add mod">
          <ac:chgData name="성은비" userId="f6b7803e-7464-416b-8ff7-cf00c030232f" providerId="ADAL" clId="{8715E2DB-2718-42FB-AF69-0EF1825231D6}" dt="2025-02-12T09:04:03.296" v="9759" actId="1076"/>
          <ac:spMkLst>
            <pc:docMk/>
            <pc:sldMk cId="2289930131" sldId="283"/>
            <ac:spMk id="7" creationId="{DE704259-9538-46C4-D053-530C98C95B35}"/>
          </ac:spMkLst>
        </pc:spChg>
        <pc:spChg chg="mod">
          <ac:chgData name="성은비" userId="f6b7803e-7464-416b-8ff7-cf00c030232f" providerId="ADAL" clId="{8715E2DB-2718-42FB-AF69-0EF1825231D6}" dt="2025-02-12T09:02:26.827" v="9617" actId="14100"/>
          <ac:spMkLst>
            <pc:docMk/>
            <pc:sldMk cId="2289930131" sldId="283"/>
            <ac:spMk id="14" creationId="{B347A1E4-AED6-848A-8D43-2271C5BC472B}"/>
          </ac:spMkLst>
        </pc:spChg>
        <pc:picChg chg="mod">
          <ac:chgData name="성은비" userId="f6b7803e-7464-416b-8ff7-cf00c030232f" providerId="ADAL" clId="{8715E2DB-2718-42FB-AF69-0EF1825231D6}" dt="2025-02-12T09:01:39.237" v="9611" actId="1035"/>
          <ac:picMkLst>
            <pc:docMk/>
            <pc:sldMk cId="2289930131" sldId="283"/>
            <ac:picMk id="13" creationId="{E870B7E2-7718-F567-4FDA-92EFD6122208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56:22.151" v="9604" actId="1076"/>
        <pc:sldMkLst>
          <pc:docMk/>
          <pc:sldMk cId="3673458358" sldId="284"/>
        </pc:sldMkLst>
      </pc:sldChg>
      <pc:sldChg chg="addSp delSp modSp mod">
        <pc:chgData name="성은비" userId="f6b7803e-7464-416b-8ff7-cf00c030232f" providerId="ADAL" clId="{8715E2DB-2718-42FB-AF69-0EF1825231D6}" dt="2025-02-12T08:50:58.105" v="9563" actId="1582"/>
        <pc:sldMkLst>
          <pc:docMk/>
          <pc:sldMk cId="366579551" sldId="285"/>
        </pc:sldMkLst>
      </pc:sldChg>
      <pc:sldChg chg="delSp modSp add del mod">
        <pc:chgData name="성은비" userId="f6b7803e-7464-416b-8ff7-cf00c030232f" providerId="ADAL" clId="{8715E2DB-2718-42FB-AF69-0EF1825231D6}" dt="2025-02-05T06:26:21.985" v="7631" actId="2696"/>
        <pc:sldMkLst>
          <pc:docMk/>
          <pc:sldMk cId="1806015331" sldId="286"/>
        </pc:sldMkLst>
      </pc:sldChg>
      <pc:sldChg chg="del">
        <pc:chgData name="성은비" userId="f6b7803e-7464-416b-8ff7-cf00c030232f" providerId="ADAL" clId="{8715E2DB-2718-42FB-AF69-0EF1825231D6}" dt="2025-02-03T07:26:45.511" v="225" actId="2696"/>
        <pc:sldMkLst>
          <pc:docMk/>
          <pc:sldMk cId="1971613201" sldId="286"/>
        </pc:sldMkLst>
      </pc:sldChg>
      <pc:sldChg chg="modSp del mod">
        <pc:chgData name="성은비" userId="f6b7803e-7464-416b-8ff7-cf00c030232f" providerId="ADAL" clId="{8715E2DB-2718-42FB-AF69-0EF1825231D6}" dt="2025-02-04T05:51:57.045" v="1669" actId="2696"/>
        <pc:sldMkLst>
          <pc:docMk/>
          <pc:sldMk cId="3576129551" sldId="287"/>
        </pc:sldMkLst>
      </pc:sldChg>
      <pc:sldChg chg="modSp del mod">
        <pc:chgData name="성은비" userId="f6b7803e-7464-416b-8ff7-cf00c030232f" providerId="ADAL" clId="{8715E2DB-2718-42FB-AF69-0EF1825231D6}" dt="2025-02-04T05:59:22.463" v="2289" actId="2696"/>
        <pc:sldMkLst>
          <pc:docMk/>
          <pc:sldMk cId="1454510348" sldId="288"/>
        </pc:sldMkLst>
      </pc:sldChg>
      <pc:sldChg chg="del">
        <pc:chgData name="성은비" userId="f6b7803e-7464-416b-8ff7-cf00c030232f" providerId="ADAL" clId="{8715E2DB-2718-42FB-AF69-0EF1825231D6}" dt="2025-02-04T06:06:19.995" v="3108" actId="2696"/>
        <pc:sldMkLst>
          <pc:docMk/>
          <pc:sldMk cId="2583766441" sldId="289"/>
        </pc:sldMkLst>
      </pc:sldChg>
      <pc:sldChg chg="addSp delSp modSp mod">
        <pc:chgData name="성은비" userId="f6b7803e-7464-416b-8ff7-cf00c030232f" providerId="ADAL" clId="{8715E2DB-2718-42FB-AF69-0EF1825231D6}" dt="2025-02-12T08:47:53.644" v="9447" actId="1035"/>
        <pc:sldMkLst>
          <pc:docMk/>
          <pc:sldMk cId="1802024191" sldId="290"/>
        </pc:sldMkLst>
        <pc:spChg chg="add mod">
          <ac:chgData name="성은비" userId="f6b7803e-7464-416b-8ff7-cf00c030232f" providerId="ADAL" clId="{8715E2DB-2718-42FB-AF69-0EF1825231D6}" dt="2025-02-12T08:47:53.644" v="9447" actId="1035"/>
          <ac:spMkLst>
            <pc:docMk/>
            <pc:sldMk cId="1802024191" sldId="290"/>
            <ac:spMk id="3" creationId="{810B4595-867B-F047-0ADB-B9A8A0AF7440}"/>
          </ac:spMkLst>
        </pc:spChg>
        <pc:spChg chg="mod">
          <ac:chgData name="성은비" userId="f6b7803e-7464-416b-8ff7-cf00c030232f" providerId="ADAL" clId="{8715E2DB-2718-42FB-AF69-0EF1825231D6}" dt="2025-02-04T05:37:43.684" v="352" actId="20577"/>
          <ac:spMkLst>
            <pc:docMk/>
            <pc:sldMk cId="1802024191" sldId="290"/>
            <ac:spMk id="4" creationId="{A3A65CB9-5B2A-D1C2-6328-1046069D9E30}"/>
          </ac:spMkLst>
        </pc:spChg>
        <pc:picChg chg="mod">
          <ac:chgData name="성은비" userId="f6b7803e-7464-416b-8ff7-cf00c030232f" providerId="ADAL" clId="{8715E2DB-2718-42FB-AF69-0EF1825231D6}" dt="2025-02-12T08:39:22.791" v="9244" actId="1582"/>
          <ac:picMkLst>
            <pc:docMk/>
            <pc:sldMk cId="1802024191" sldId="290"/>
            <ac:picMk id="7" creationId="{A3F83000-34B7-7648-150F-EC7FC5C75B1E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43:51.241" v="9305" actId="1035"/>
        <pc:sldMkLst>
          <pc:docMk/>
          <pc:sldMk cId="1892921431" sldId="291"/>
        </pc:sldMkLst>
      </pc:sldChg>
      <pc:sldChg chg="addSp delSp modSp mod">
        <pc:chgData name="성은비" userId="f6b7803e-7464-416b-8ff7-cf00c030232f" providerId="ADAL" clId="{8715E2DB-2718-42FB-AF69-0EF1825231D6}" dt="2025-02-12T08:43:59.014" v="9308" actId="1076"/>
        <pc:sldMkLst>
          <pc:docMk/>
          <pc:sldMk cId="1871779637" sldId="292"/>
        </pc:sldMkLst>
        <pc:spChg chg="mod">
          <ac:chgData name="성은비" userId="f6b7803e-7464-416b-8ff7-cf00c030232f" providerId="ADAL" clId="{8715E2DB-2718-42FB-AF69-0EF1825231D6}" dt="2025-02-04T05:38:02.019" v="373" actId="20577"/>
          <ac:spMkLst>
            <pc:docMk/>
            <pc:sldMk cId="1871779637" sldId="292"/>
            <ac:spMk id="4" creationId="{9BAEE8A3-4C2D-8543-3A55-22819152D529}"/>
          </ac:spMkLst>
        </pc:spChg>
        <pc:spChg chg="add mod">
          <ac:chgData name="성은비" userId="f6b7803e-7464-416b-8ff7-cf00c030232f" providerId="ADAL" clId="{8715E2DB-2718-42FB-AF69-0EF1825231D6}" dt="2025-02-12T08:43:59.014" v="9308" actId="1076"/>
          <ac:spMkLst>
            <pc:docMk/>
            <pc:sldMk cId="1871779637" sldId="292"/>
            <ac:spMk id="6" creationId="{C7EC897D-F6FF-005F-95FA-89B7652CAA59}"/>
          </ac:spMkLst>
        </pc:spChg>
        <pc:picChg chg="mod">
          <ac:chgData name="성은비" userId="f6b7803e-7464-416b-8ff7-cf00c030232f" providerId="ADAL" clId="{8715E2DB-2718-42FB-AF69-0EF1825231D6}" dt="2025-02-12T08:39:39.482" v="9246" actId="1582"/>
          <ac:picMkLst>
            <pc:docMk/>
            <pc:sldMk cId="1871779637" sldId="292"/>
            <ac:picMk id="8" creationId="{DA699449-659D-08FA-DE4B-FA951C9B94F4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48:11.216" v="9463" actId="1036"/>
        <pc:sldMkLst>
          <pc:docMk/>
          <pc:sldMk cId="2747230681" sldId="293"/>
        </pc:sldMkLst>
      </pc:sldChg>
      <pc:sldChg chg="modSp add mod modNotesTx">
        <pc:chgData name="성은비" userId="f6b7803e-7464-416b-8ff7-cf00c030232f" providerId="ADAL" clId="{8715E2DB-2718-42FB-AF69-0EF1825231D6}" dt="2025-02-17T04:48:47.741" v="10585"/>
        <pc:sldMkLst>
          <pc:docMk/>
          <pc:sldMk cId="183522235" sldId="294"/>
        </pc:sldMkLst>
        <pc:graphicFrameChg chg="mod modGraphic">
          <ac:chgData name="성은비" userId="f6b7803e-7464-416b-8ff7-cf00c030232f" providerId="ADAL" clId="{8715E2DB-2718-42FB-AF69-0EF1825231D6}" dt="2025-02-17T04:48:47.741" v="10585"/>
          <ac:graphicFrameMkLst>
            <pc:docMk/>
            <pc:sldMk cId="183522235" sldId="294"/>
            <ac:graphicFrameMk id="6" creationId="{57D24755-777C-85FD-749B-32F0949D09A4}"/>
          </ac:graphicFrameMkLst>
        </pc:graphicFrameChg>
      </pc:sldChg>
      <pc:sldChg chg="modSp add mod">
        <pc:chgData name="성은비" userId="f6b7803e-7464-416b-8ff7-cf00c030232f" providerId="ADAL" clId="{8715E2DB-2718-42FB-AF69-0EF1825231D6}" dt="2025-02-17T04:48:26.104" v="10583" actId="2710"/>
        <pc:sldMkLst>
          <pc:docMk/>
          <pc:sldMk cId="3269657166" sldId="295"/>
        </pc:sldMkLst>
      </pc:sldChg>
      <pc:sldChg chg="modSp add mod">
        <pc:chgData name="성은비" userId="f6b7803e-7464-416b-8ff7-cf00c030232f" providerId="ADAL" clId="{8715E2DB-2718-42FB-AF69-0EF1825231D6}" dt="2025-02-17T04:53:42.628" v="10658" actId="20577"/>
        <pc:sldMkLst>
          <pc:docMk/>
          <pc:sldMk cId="1046709086" sldId="296"/>
        </pc:sldMkLst>
      </pc:sldChg>
      <pc:sldChg chg="modSp add del mod">
        <pc:chgData name="성은비" userId="f6b7803e-7464-416b-8ff7-cf00c030232f" providerId="ADAL" clId="{8715E2DB-2718-42FB-AF69-0EF1825231D6}" dt="2025-02-05T06:17:49.197" v="7589" actId="2696"/>
        <pc:sldMkLst>
          <pc:docMk/>
          <pc:sldMk cId="2728197848" sldId="297"/>
        </pc:sldMkLst>
      </pc:sldChg>
      <pc:sldChg chg="addSp delSp modSp add mod">
        <pc:chgData name="성은비" userId="f6b7803e-7464-416b-8ff7-cf00c030232f" providerId="ADAL" clId="{8715E2DB-2718-42FB-AF69-0EF1825231D6}" dt="2025-02-12T08:49:17.445" v="9550" actId="1076"/>
        <pc:sldMkLst>
          <pc:docMk/>
          <pc:sldMk cId="1143882117" sldId="298"/>
        </pc:sldMkLst>
      </pc:sldChg>
      <pc:sldChg chg="modSp mod">
        <pc:chgData name="성은비" userId="f6b7803e-7464-416b-8ff7-cf00c030232f" providerId="ADAL" clId="{8715E2DB-2718-42FB-AF69-0EF1825231D6}" dt="2025-02-17T04:51:19.537" v="10597" actId="20577"/>
        <pc:sldMkLst>
          <pc:docMk/>
          <pc:sldMk cId="3552787789" sldId="299"/>
        </pc:sldMkLst>
      </pc:sldChg>
      <pc:sldChg chg="modSp add del mod">
        <pc:chgData name="성은비" userId="f6b7803e-7464-416b-8ff7-cf00c030232f" providerId="ADAL" clId="{8715E2DB-2718-42FB-AF69-0EF1825231D6}" dt="2025-02-05T08:02:55.422" v="8353" actId="2696"/>
        <pc:sldMkLst>
          <pc:docMk/>
          <pc:sldMk cId="104421596" sldId="300"/>
        </pc:sldMkLst>
      </pc:sldChg>
      <pc:sldChg chg="addSp delSp modSp mod">
        <pc:chgData name="성은비" userId="f6b7803e-7464-416b-8ff7-cf00c030232f" providerId="ADAL" clId="{8715E2DB-2718-42FB-AF69-0EF1825231D6}" dt="2025-02-06T00:47:30.229" v="8875" actId="20577"/>
        <pc:sldMkLst>
          <pc:docMk/>
          <pc:sldMk cId="3105591382" sldId="300"/>
        </pc:sldMkLst>
      </pc:sldChg>
      <pc:sldChg chg="modSp mod">
        <pc:chgData name="성은비" userId="f6b7803e-7464-416b-8ff7-cf00c030232f" providerId="ADAL" clId="{8715E2DB-2718-42FB-AF69-0EF1825231D6}" dt="2025-02-17T04:49:16.414" v="10590"/>
        <pc:sldMkLst>
          <pc:docMk/>
          <pc:sldMk cId="817520833" sldId="301"/>
        </pc:sldMkLst>
      </pc:sldChg>
      <pc:sldChg chg="modSp mod">
        <pc:chgData name="성은비" userId="f6b7803e-7464-416b-8ff7-cf00c030232f" providerId="ADAL" clId="{8715E2DB-2718-42FB-AF69-0EF1825231D6}" dt="2025-02-17T04:49:19.372" v="10591"/>
        <pc:sldMkLst>
          <pc:docMk/>
          <pc:sldMk cId="3091535432" sldId="302"/>
        </pc:sldMkLst>
      </pc:sldChg>
      <pc:sldChg chg="addSp delSp modSp mod">
        <pc:chgData name="성은비" userId="f6b7803e-7464-416b-8ff7-cf00c030232f" providerId="ADAL" clId="{8715E2DB-2718-42FB-AF69-0EF1825231D6}" dt="2025-02-13T00:26:01.194" v="9846" actId="1076"/>
        <pc:sldMkLst>
          <pc:docMk/>
          <pc:sldMk cId="1771153810" sldId="303"/>
        </pc:sldMkLst>
        <pc:spChg chg="add mod">
          <ac:chgData name="성은비" userId="f6b7803e-7464-416b-8ff7-cf00c030232f" providerId="ADAL" clId="{8715E2DB-2718-42FB-AF69-0EF1825231D6}" dt="2025-02-12T09:22:27.121" v="9780" actId="1038"/>
          <ac:spMkLst>
            <pc:docMk/>
            <pc:sldMk cId="1771153810" sldId="303"/>
            <ac:spMk id="2" creationId="{630E1C31-2B63-0C47-73D8-28BE24AA4093}"/>
          </ac:spMkLst>
        </pc:spChg>
        <pc:spChg chg="add mod">
          <ac:chgData name="성은비" userId="f6b7803e-7464-416b-8ff7-cf00c030232f" providerId="ADAL" clId="{8715E2DB-2718-42FB-AF69-0EF1825231D6}" dt="2025-02-13T00:24:35.241" v="9826" actId="1076"/>
          <ac:spMkLst>
            <pc:docMk/>
            <pc:sldMk cId="1771153810" sldId="303"/>
            <ac:spMk id="8" creationId="{9C408551-021D-DC9F-25B9-69B233988C5A}"/>
          </ac:spMkLst>
        </pc:spChg>
        <pc:spChg chg="mod">
          <ac:chgData name="성은비" userId="f6b7803e-7464-416b-8ff7-cf00c030232f" providerId="ADAL" clId="{8715E2DB-2718-42FB-AF69-0EF1825231D6}" dt="2025-02-12T09:23:03.250" v="9786" actId="14100"/>
          <ac:spMkLst>
            <pc:docMk/>
            <pc:sldMk cId="1771153810" sldId="303"/>
            <ac:spMk id="9" creationId="{C5027CF7-9EAB-43EF-9976-C62BD2E80ED2}"/>
          </ac:spMkLst>
        </pc:spChg>
        <pc:spChg chg="add mod">
          <ac:chgData name="성은비" userId="f6b7803e-7464-416b-8ff7-cf00c030232f" providerId="ADAL" clId="{8715E2DB-2718-42FB-AF69-0EF1825231D6}" dt="2025-02-13T00:26:01.194" v="9846" actId="1076"/>
          <ac:spMkLst>
            <pc:docMk/>
            <pc:sldMk cId="1771153810" sldId="303"/>
            <ac:spMk id="12" creationId="{A568BDDC-0992-2A64-2AD5-3266C7894631}"/>
          </ac:spMkLst>
        </pc:spChg>
        <pc:spChg chg="mod">
          <ac:chgData name="성은비" userId="f6b7803e-7464-416b-8ff7-cf00c030232f" providerId="ADAL" clId="{8715E2DB-2718-42FB-AF69-0EF1825231D6}" dt="2025-02-12T09:23:14.405" v="9790" actId="14100"/>
          <ac:spMkLst>
            <pc:docMk/>
            <pc:sldMk cId="1771153810" sldId="303"/>
            <ac:spMk id="14" creationId="{944B0727-1248-DED3-1D02-931AD5B0445B}"/>
          </ac:spMkLst>
        </pc:spChg>
        <pc:picChg chg="mod">
          <ac:chgData name="성은비" userId="f6b7803e-7464-416b-8ff7-cf00c030232f" providerId="ADAL" clId="{8715E2DB-2718-42FB-AF69-0EF1825231D6}" dt="2025-02-12T09:22:11.425" v="9764" actId="208"/>
          <ac:picMkLst>
            <pc:docMk/>
            <pc:sldMk cId="1771153810" sldId="303"/>
            <ac:picMk id="7" creationId="{F22E0C81-1D48-C0AE-46AD-B571CDE76468}"/>
          </ac:picMkLst>
        </pc:picChg>
      </pc:sldChg>
      <pc:sldChg chg="addSp delSp modSp mod">
        <pc:chgData name="성은비" userId="f6b7803e-7464-416b-8ff7-cf00c030232f" providerId="ADAL" clId="{8715E2DB-2718-42FB-AF69-0EF1825231D6}" dt="2025-02-13T00:29:10.140" v="10018" actId="1035"/>
        <pc:sldMkLst>
          <pc:docMk/>
          <pc:sldMk cId="952872999" sldId="304"/>
        </pc:sldMkLst>
        <pc:spChg chg="add mod">
          <ac:chgData name="성은비" userId="f6b7803e-7464-416b-8ff7-cf00c030232f" providerId="ADAL" clId="{8715E2DB-2718-42FB-AF69-0EF1825231D6}" dt="2025-02-13T00:27:16.907" v="9944" actId="1038"/>
          <ac:spMkLst>
            <pc:docMk/>
            <pc:sldMk cId="952872999" sldId="304"/>
            <ac:spMk id="2" creationId="{98EF3972-4189-E388-ED30-A18C2B6C3A57}"/>
          </ac:spMkLst>
        </pc:spChg>
        <pc:spChg chg="add mod">
          <ac:chgData name="성은비" userId="f6b7803e-7464-416b-8ff7-cf00c030232f" providerId="ADAL" clId="{8715E2DB-2718-42FB-AF69-0EF1825231D6}" dt="2025-02-13T00:27:12.971" v="9943" actId="1037"/>
          <ac:spMkLst>
            <pc:docMk/>
            <pc:sldMk cId="952872999" sldId="304"/>
            <ac:spMk id="5" creationId="{2E2AF849-373B-675B-DAD1-E45745C8EF74}"/>
          </ac:spMkLst>
        </pc:spChg>
        <pc:spChg chg="add mod">
          <ac:chgData name="성은비" userId="f6b7803e-7464-416b-8ff7-cf00c030232f" providerId="ADAL" clId="{8715E2DB-2718-42FB-AF69-0EF1825231D6}" dt="2025-02-13T00:27:28.049" v="9948" actId="1076"/>
          <ac:spMkLst>
            <pc:docMk/>
            <pc:sldMk cId="952872999" sldId="304"/>
            <ac:spMk id="6" creationId="{99F6A921-0518-4BBA-5CDF-C054DA247B89}"/>
          </ac:spMkLst>
        </pc:spChg>
        <pc:spChg chg="add mod">
          <ac:chgData name="성은비" userId="f6b7803e-7464-416b-8ff7-cf00c030232f" providerId="ADAL" clId="{8715E2DB-2718-42FB-AF69-0EF1825231D6}" dt="2025-02-13T00:27:56.949" v="9966" actId="20577"/>
          <ac:spMkLst>
            <pc:docMk/>
            <pc:sldMk cId="952872999" sldId="304"/>
            <ac:spMk id="7" creationId="{18F6DA53-C177-E135-8A3E-08BC56AAE6AE}"/>
          </ac:spMkLst>
        </pc:spChg>
        <pc:spChg chg="add mod">
          <ac:chgData name="성은비" userId="f6b7803e-7464-416b-8ff7-cf00c030232f" providerId="ADAL" clId="{8715E2DB-2718-42FB-AF69-0EF1825231D6}" dt="2025-02-13T00:29:10.140" v="10018" actId="1035"/>
          <ac:spMkLst>
            <pc:docMk/>
            <pc:sldMk cId="952872999" sldId="304"/>
            <ac:spMk id="11" creationId="{067137A9-A160-7607-D16D-50E2DD537A2F}"/>
          </ac:spMkLst>
        </pc:spChg>
        <pc:picChg chg="mod">
          <ac:chgData name="성은비" userId="f6b7803e-7464-416b-8ff7-cf00c030232f" providerId="ADAL" clId="{8715E2DB-2718-42FB-AF69-0EF1825231D6}" dt="2025-02-13T00:26:53.596" v="9851" actId="1076"/>
          <ac:picMkLst>
            <pc:docMk/>
            <pc:sldMk cId="952872999" sldId="304"/>
            <ac:picMk id="3" creationId="{86F797FF-9B45-5FB9-84D4-2CF6F7465F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787B2-8968-4DBA-BFE9-4CE6581931A4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5D52C-E63A-464E-AE85-8A2A12206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3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4ECB-9BE8-3564-22C4-75438072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D03FE-0B75-00CE-D757-27FF7EE5B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C72A7-2904-4B46-8294-ED61A54A8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5272A-04A4-A2E7-03DA-97C35DD5A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823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8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830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854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BC2F-7678-13C1-D649-9B7108D3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0A4A25-EADB-1F06-A1DD-5EA511B31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469336-84BB-BFDC-E3FE-56D3ED26E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2B865F-E700-E60E-38E8-EA82F7067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498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98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706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8770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DB634-5162-397E-1257-0C1B48A5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B0D2C0-5038-A7E3-7BC7-DD4887614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450996-1A71-7B6F-D1C6-2884D7FE5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441865-18DF-21F0-1D64-73F506D3D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861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DF27-FC91-3DC5-8C94-3F2BADCA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B37A60-22C8-935F-3640-5462CA4B2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AEB192-2DCC-0440-6480-B1D0E48E0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79B2E-A3CD-687C-9903-E406CA56F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DDED3-81C8-428F-B799-D2862376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F4B5D5-166C-75AF-71F9-19629CA4580B}"/>
              </a:ext>
            </a:extLst>
          </p:cNvPr>
          <p:cNvSpPr/>
          <p:nvPr userDrawn="1"/>
        </p:nvSpPr>
        <p:spPr>
          <a:xfrm>
            <a:off x="334682" y="328707"/>
            <a:ext cx="11510683" cy="618564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34">
            <a:extLst>
              <a:ext uri="{FF2B5EF4-FFF2-40B4-BE49-F238E27FC236}">
                <a16:creationId xmlns:a16="http://schemas.microsoft.com/office/drawing/2014/main" id="{1FC172DC-ADD5-E754-B7A1-6D2D5F88B4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3398" y="2054639"/>
            <a:ext cx="8623590" cy="668796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40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제목을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3" name="텍스트 개체 틀 34">
            <a:extLst>
              <a:ext uri="{FF2B5EF4-FFF2-40B4-BE49-F238E27FC236}">
                <a16:creationId xmlns:a16="http://schemas.microsoft.com/office/drawing/2014/main" id="{D33B8839-9022-3AEC-F0F5-89DAEF27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3398" y="2786029"/>
            <a:ext cx="8623590" cy="39588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소제목을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4" name="텍스트 개체 틀 34">
            <a:extLst>
              <a:ext uri="{FF2B5EF4-FFF2-40B4-BE49-F238E27FC236}">
                <a16:creationId xmlns:a16="http://schemas.microsoft.com/office/drawing/2014/main" id="{647A3DA5-B889-143B-4A6A-6AE23953F3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87644" y="4348485"/>
            <a:ext cx="2874683" cy="3958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2024.00.00</a:t>
            </a:r>
            <a:endParaRPr lang="ko-KR" altLang="en-US"/>
          </a:p>
        </p:txBody>
      </p:sp>
      <p:sp>
        <p:nvSpPr>
          <p:cNvPr id="15" name="텍스트 개체 틀 34">
            <a:extLst>
              <a:ext uri="{FF2B5EF4-FFF2-40B4-BE49-F238E27FC236}">
                <a16:creationId xmlns:a16="http://schemas.microsoft.com/office/drawing/2014/main" id="{53917263-1B28-F1A1-412A-5ED6840D2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87645" y="4806968"/>
            <a:ext cx="4308356" cy="39588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MCSS</a:t>
            </a:r>
            <a:r>
              <a:rPr lang="ko-KR" altLang="en-US"/>
              <a:t>팀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519724-54AC-84C8-7D18-EE487A403D92}"/>
              </a:ext>
            </a:extLst>
          </p:cNvPr>
          <p:cNvGrpSpPr/>
          <p:nvPr userDrawn="1"/>
        </p:nvGrpSpPr>
        <p:grpSpPr>
          <a:xfrm>
            <a:off x="1829258" y="1719275"/>
            <a:ext cx="2017988" cy="207229"/>
            <a:chOff x="3860704" y="523520"/>
            <a:chExt cx="2017988" cy="207229"/>
          </a:xfrm>
        </p:grpSpPr>
        <p:pic>
          <p:nvPicPr>
            <p:cNvPr id="17" name="그림 16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611306A9-02A2-AE5A-2EC3-F4CA6F71272C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19" name="그림 1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B6118E2F-0E05-78A5-382D-E729A8E0C8C1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419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기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730" y="693275"/>
            <a:ext cx="11522635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EAE9B48-FC14-A06C-B35A-41A2B4A14B4A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571AA015-7CB6-44C5-0EB7-EA96F4B09A52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78F4CA60-7C83-C005-417B-360A3C63508C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34">
            <a:extLst>
              <a:ext uri="{FF2B5EF4-FFF2-40B4-BE49-F238E27FC236}">
                <a16:creationId xmlns:a16="http://schemas.microsoft.com/office/drawing/2014/main" id="{C5489026-4E99-4CD3-677C-F2DC39E7B6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315266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731" y="693275"/>
            <a:ext cx="5773270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3C604DF-CD74-D49A-D613-BA52E6469484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430D6384-97A6-D6CD-57FA-DC3E6F05A27F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414B77D6-FE5B-5D5D-9184-2F19498F138B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4">
            <a:extLst>
              <a:ext uri="{FF2B5EF4-FFF2-40B4-BE49-F238E27FC236}">
                <a16:creationId xmlns:a16="http://schemas.microsoft.com/office/drawing/2014/main" id="{D3781A8E-DDEC-CD8A-181C-F5E37CD7B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420159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693275"/>
            <a:ext cx="5749365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815F340-47A4-7884-281B-DEE073201D59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F5814763-2FB0-5F69-721C-7732A7B3118A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79E5309C-0626-6AFB-76E9-0FE5F69675AC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4">
            <a:extLst>
              <a:ext uri="{FF2B5EF4-FFF2-40B4-BE49-F238E27FC236}">
                <a16:creationId xmlns:a16="http://schemas.microsoft.com/office/drawing/2014/main" id="{15A61BB3-8BFC-7231-0375-8B2EC6F013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113053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7F823-F845-4B80-B80A-96A0BEDE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8E0B649-77DA-E909-CD77-11C87A3428FA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8BF8E1A3-4804-0225-C7B2-C285EB8898BC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10" name="그림 9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AC1751A9-5B14-C6A4-95CA-523781A92016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849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DDED3-81C8-428F-B799-D2862376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CC4D-4BCB-59A9-1256-C665AE621282}"/>
              </a:ext>
            </a:extLst>
          </p:cNvPr>
          <p:cNvSpPr txBox="1"/>
          <p:nvPr userDrawn="1"/>
        </p:nvSpPr>
        <p:spPr>
          <a:xfrm>
            <a:off x="5035888" y="3576919"/>
            <a:ext cx="21082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>
                <a:solidFill>
                  <a:srgbClr val="444444"/>
                </a:solidFill>
              </a:rPr>
              <a:t>감사합니다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8182EE-FAE5-2549-F8D3-2EA93C2ED770}"/>
              </a:ext>
            </a:extLst>
          </p:cNvPr>
          <p:cNvSpPr/>
          <p:nvPr userDrawn="1"/>
        </p:nvSpPr>
        <p:spPr>
          <a:xfrm>
            <a:off x="334682" y="328707"/>
            <a:ext cx="11510683" cy="618564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FD2C9C-6181-9AAB-B5EB-6AF2106ECDE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5296880" y="2224861"/>
            <a:ext cx="1598240" cy="9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8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8A5B-2592-F5DA-37F1-0DEEF8634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78E3A-F3BC-4E57-BA6B-529EA301258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A96DC-9E35-3DB9-906C-1042F5930F1B}"/>
              </a:ext>
            </a:extLst>
          </p:cNvPr>
          <p:cNvSpPr txBox="1"/>
          <p:nvPr userDrawn="1"/>
        </p:nvSpPr>
        <p:spPr>
          <a:xfrm>
            <a:off x="224602" y="6530932"/>
            <a:ext cx="2537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0" i="0">
                <a:solidFill>
                  <a:srgbClr val="444444"/>
                </a:solidFill>
                <a:effectLst/>
              </a:rPr>
              <a:t>ⓒ </a:t>
            </a:r>
            <a:r>
              <a:rPr lang="en-US" altLang="ko-KR" sz="800" b="0" i="0">
                <a:solidFill>
                  <a:srgbClr val="444444"/>
                </a:solidFill>
                <a:effectLst/>
              </a:rPr>
              <a:t>2024. Zenith Cloud</a:t>
            </a:r>
            <a:r>
              <a:rPr lang="ko-KR" altLang="en-US" sz="800" b="0" i="0">
                <a:solidFill>
                  <a:srgbClr val="444444"/>
                </a:solidFill>
                <a:effectLst/>
              </a:rPr>
              <a:t> </a:t>
            </a:r>
            <a:r>
              <a:rPr lang="en-US" altLang="ko-KR" sz="800" b="0" i="0">
                <a:solidFill>
                  <a:srgbClr val="444444"/>
                </a:solidFill>
                <a:effectLst/>
              </a:rPr>
              <a:t>Co., Ltd. All rights reserved.</a:t>
            </a:r>
            <a:endParaRPr lang="ko-KR" altLang="en-US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07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60" r:id="rId4"/>
    <p:sldLayoutId id="2147483655" r:id="rId5"/>
    <p:sldLayoutId id="2147483656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3.emf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F01CC0-32E0-5849-5794-9016FD8BFA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Managed Service (State)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8131E-9F65-1CCD-E392-81E69F6ED3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- Monitoring</a:t>
            </a:r>
            <a:r>
              <a:rPr lang="ko-KR" altLang="en-US"/>
              <a:t> </a:t>
            </a:r>
            <a:r>
              <a:rPr lang="en-US" altLang="ko-KR"/>
              <a:t>Dashboard 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2E1578-CB41-F7C8-A3FD-31CC79F4C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2024.02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5F1F76-B14A-DF0D-5C7E-6D54DB38A3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MCSS</a:t>
            </a:r>
            <a:r>
              <a:rPr lang="ko-KR" altLang="en-US"/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40895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E107-3CE0-335E-E4CE-DE98BF6F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3AAEDE-233E-A371-5603-8394EC00A8D4}"/>
              </a:ext>
            </a:extLst>
          </p:cNvPr>
          <p:cNvSpPr/>
          <p:nvPr/>
        </p:nvSpPr>
        <p:spPr>
          <a:xfrm>
            <a:off x="1692459" y="1928841"/>
            <a:ext cx="8806708" cy="3405159"/>
          </a:xfrm>
          <a:prstGeom prst="rect">
            <a:avLst/>
          </a:prstGeom>
          <a:noFill/>
          <a:ln w="12700">
            <a:solidFill>
              <a:srgbClr val="4BA8E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5BED3-49BC-C097-9688-33A4BFF12655}"/>
              </a:ext>
            </a:extLst>
          </p:cNvPr>
          <p:cNvSpPr/>
          <p:nvPr/>
        </p:nvSpPr>
        <p:spPr>
          <a:xfrm>
            <a:off x="1394009" y="1272946"/>
            <a:ext cx="9398001" cy="4594351"/>
          </a:xfrm>
          <a:prstGeom prst="rect">
            <a:avLst/>
          </a:prstGeom>
          <a:noFill/>
          <a:ln w="12700">
            <a:solidFill>
              <a:srgbClr val="2075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DE59E5-2AE9-0586-3C3C-2840D971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DAB55A-2835-802B-6E8A-04D9A9C89B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서버 환경 구성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36C40C-762A-1F31-6867-7BA37A40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07" y="880407"/>
            <a:ext cx="495221" cy="398050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06139812-D493-C920-AD50-13A44F9D2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4864" y="1606404"/>
            <a:ext cx="495221" cy="4952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0C6070E-08F6-44BE-0A08-623F2963A543}"/>
              </a:ext>
            </a:extLst>
          </p:cNvPr>
          <p:cNvSpPr txBox="1"/>
          <p:nvPr/>
        </p:nvSpPr>
        <p:spPr>
          <a:xfrm>
            <a:off x="2149978" y="1680887"/>
            <a:ext cx="643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rgbClr val="444444"/>
                </a:solidFill>
              </a:rPr>
              <a:t>Tenant</a:t>
            </a:r>
            <a:endParaRPr lang="ko-KR" altLang="en-US" sz="1200">
              <a:solidFill>
                <a:srgbClr val="444444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034FF19-B058-5585-F381-2B8F79E58BBE}"/>
              </a:ext>
            </a:extLst>
          </p:cNvPr>
          <p:cNvGrpSpPr/>
          <p:nvPr/>
        </p:nvGrpSpPr>
        <p:grpSpPr>
          <a:xfrm>
            <a:off x="8043309" y="3955360"/>
            <a:ext cx="1611339" cy="1038756"/>
            <a:chOff x="7280960" y="5374217"/>
            <a:chExt cx="2222775" cy="1432918"/>
          </a:xfrm>
        </p:grpSpPr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6F42E51C-A64E-EC0F-7BFE-302F37DE7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32345" y="5374217"/>
              <a:ext cx="720000" cy="720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87FD8B-FF75-0910-8C36-674157B15878}"/>
                </a:ext>
              </a:extLst>
            </p:cNvPr>
            <p:cNvSpPr txBox="1"/>
            <p:nvPr/>
          </p:nvSpPr>
          <p:spPr>
            <a:xfrm>
              <a:off x="7280960" y="6037522"/>
              <a:ext cx="2222775" cy="769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b="1" dirty="0">
                  <a:solidFill>
                    <a:srgbClr val="444444"/>
                  </a:solidFill>
                </a:rPr>
                <a:t>App</a:t>
              </a:r>
              <a:r>
                <a:rPr lang="ko-KR" altLang="en-US" sz="1000" b="1" dirty="0">
                  <a:solidFill>
                    <a:srgbClr val="444444"/>
                  </a:solidFill>
                </a:rPr>
                <a:t> </a:t>
              </a:r>
              <a:r>
                <a:rPr lang="en-US" altLang="ko-KR" sz="1000" b="1" dirty="0">
                  <a:solidFill>
                    <a:srgbClr val="444444"/>
                  </a:solidFill>
                </a:rPr>
                <a:t>Registration (SPN)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800" dirty="0">
                  <a:solidFill>
                    <a:srgbClr val="444444"/>
                  </a:solidFill>
                </a:rPr>
                <a:t>대상 구독에 </a:t>
              </a:r>
              <a:r>
                <a:rPr lang="en-US" altLang="ko-KR" sz="800" dirty="0">
                  <a:solidFill>
                    <a:srgbClr val="444444"/>
                  </a:solidFill>
                </a:rPr>
                <a:t>RBAC </a:t>
              </a:r>
              <a:r>
                <a:rPr lang="ko-KR" altLang="en-US" sz="800" dirty="0">
                  <a:solidFill>
                    <a:srgbClr val="444444"/>
                  </a:solidFill>
                </a:rPr>
                <a:t>설정</a:t>
              </a:r>
              <a:endParaRPr lang="en-US" altLang="ko-KR" sz="800" dirty="0">
                <a:solidFill>
                  <a:srgbClr val="444444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800" u="sng" dirty="0">
                  <a:solidFill>
                    <a:srgbClr val="444444"/>
                  </a:solidFill>
                </a:rPr>
                <a:t>(</a:t>
              </a:r>
              <a:r>
                <a:rPr lang="ko-KR" altLang="en-US" sz="800" u="sng" dirty="0">
                  <a:solidFill>
                    <a:srgbClr val="444444"/>
                  </a:solidFill>
                </a:rPr>
                <a:t>모니터링 리더 권한 필요</a:t>
              </a:r>
              <a:r>
                <a:rPr lang="en-US" altLang="ko-KR" sz="800" u="sng" dirty="0">
                  <a:solidFill>
                    <a:srgbClr val="444444"/>
                  </a:solidFill>
                </a:rPr>
                <a:t>)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29FD3E1-6376-97FA-0EBA-A82A27D53892}"/>
              </a:ext>
            </a:extLst>
          </p:cNvPr>
          <p:cNvSpPr txBox="1"/>
          <p:nvPr/>
        </p:nvSpPr>
        <p:spPr>
          <a:xfrm>
            <a:off x="1891765" y="993478"/>
            <a:ext cx="580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rgbClr val="444444"/>
                </a:solidFill>
              </a:rPr>
              <a:t>Azure</a:t>
            </a:r>
            <a:endParaRPr lang="ko-KR" altLang="en-US" sz="1200">
              <a:solidFill>
                <a:srgbClr val="444444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5191B6-A24A-AD94-E7B8-E7320DC85060}"/>
              </a:ext>
            </a:extLst>
          </p:cNvPr>
          <p:cNvSpPr/>
          <p:nvPr/>
        </p:nvSpPr>
        <p:spPr>
          <a:xfrm>
            <a:off x="2168108" y="2483269"/>
            <a:ext cx="2538050" cy="2340646"/>
          </a:xfrm>
          <a:prstGeom prst="rect">
            <a:avLst/>
          </a:prstGeom>
          <a:noFill/>
          <a:ln w="12700">
            <a:solidFill>
              <a:srgbClr val="50E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15AE288F-7E81-FF78-A72A-981311E1AC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5272" y="2286447"/>
            <a:ext cx="391303" cy="391303"/>
          </a:xfrm>
          <a:prstGeom prst="rect">
            <a:avLst/>
          </a:prstGeom>
        </p:spPr>
      </p:pic>
      <p:grpSp>
        <p:nvGrpSpPr>
          <p:cNvPr id="74" name="그룹 73">
            <a:extLst>
              <a:ext uri="{FF2B5EF4-FFF2-40B4-BE49-F238E27FC236}">
                <a16:creationId xmlns:a16="http://schemas.microsoft.com/office/drawing/2014/main" id="{48927A88-A55F-6799-286E-E1E840CAE3CF}"/>
              </a:ext>
            </a:extLst>
          </p:cNvPr>
          <p:cNvGrpSpPr/>
          <p:nvPr/>
        </p:nvGrpSpPr>
        <p:grpSpPr>
          <a:xfrm>
            <a:off x="2383824" y="3020910"/>
            <a:ext cx="2148298" cy="1355790"/>
            <a:chOff x="2497839" y="3091596"/>
            <a:chExt cx="2148298" cy="135579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1150A5F7-7F4B-9A01-C5FD-837C641B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67375" y="3233052"/>
              <a:ext cx="720000" cy="720000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F01D14C9-4866-32D2-214D-ED12AD623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97839" y="3091596"/>
              <a:ext cx="339072" cy="339072"/>
            </a:xfrm>
            <a:prstGeom prst="rect">
              <a:avLst/>
            </a:prstGeom>
          </p:spPr>
        </p:pic>
        <p:pic>
          <p:nvPicPr>
            <p:cNvPr id="13" name="그림 12" descr="그래픽, 폰트, 그래픽 디자인, 클립아트이(가) 표시된 사진&#10;&#10;자동 생성된 설명">
              <a:extLst>
                <a:ext uri="{FF2B5EF4-FFF2-40B4-BE49-F238E27FC236}">
                  <a16:creationId xmlns:a16="http://schemas.microsoft.com/office/drawing/2014/main" id="{B3E40CE7-E4F4-7E3E-0AAA-6EA95572D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627" y="3182616"/>
              <a:ext cx="1054023" cy="527012"/>
            </a:xfrm>
            <a:prstGeom prst="rect">
              <a:avLst/>
            </a:prstGeom>
          </p:spPr>
        </p:pic>
        <p:pic>
          <p:nvPicPr>
            <p:cNvPr id="15" name="그림 14" descr="그래픽, 스크린샷, 디자인이(가) 표시된 사진&#10;&#10;자동 생성된 설명">
              <a:extLst>
                <a:ext uri="{FF2B5EF4-FFF2-40B4-BE49-F238E27FC236}">
                  <a16:creationId xmlns:a16="http://schemas.microsoft.com/office/drawing/2014/main" id="{A3EBEEFC-6D1C-8095-5225-AA6EB9241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9211" y="3320060"/>
              <a:ext cx="1196926" cy="876419"/>
            </a:xfrm>
            <a:prstGeom prst="rect">
              <a:avLst/>
            </a:prstGeom>
          </p:spPr>
        </p:pic>
        <p:pic>
          <p:nvPicPr>
            <p:cNvPr id="17" name="그림 16" descr="원, 그래픽, 만화 영화, 디자인이(가) 표시된 사진&#10;&#10;자동 생성된 설명">
              <a:extLst>
                <a:ext uri="{FF2B5EF4-FFF2-40B4-BE49-F238E27FC236}">
                  <a16:creationId xmlns:a16="http://schemas.microsoft.com/office/drawing/2014/main" id="{62F76055-8C77-A3CB-4CE7-80F04177D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2573" y="3593052"/>
              <a:ext cx="345386" cy="345386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E50055-33E6-E49B-9836-F8FABA433941}"/>
                </a:ext>
              </a:extLst>
            </p:cNvPr>
            <p:cNvSpPr txBox="1"/>
            <p:nvPr/>
          </p:nvSpPr>
          <p:spPr>
            <a:xfrm>
              <a:off x="2876955" y="4000276"/>
              <a:ext cx="1314591" cy="447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>
                  <a:solidFill>
                    <a:srgbClr val="444444"/>
                  </a:solidFill>
                </a:rPr>
                <a:t>Monitoring VM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800">
                  <a:solidFill>
                    <a:srgbClr val="444444"/>
                  </a:solidFill>
                </a:rPr>
                <a:t>데이터 쿼리 및 시각화</a:t>
              </a:r>
              <a:endParaRPr lang="en-US" altLang="ko-KR" sz="800">
                <a:solidFill>
                  <a:srgbClr val="444444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577107D-3A06-E4E4-D056-380A07968F87}"/>
              </a:ext>
            </a:extLst>
          </p:cNvPr>
          <p:cNvGrpSpPr/>
          <p:nvPr/>
        </p:nvGrpSpPr>
        <p:grpSpPr>
          <a:xfrm>
            <a:off x="7461130" y="2619946"/>
            <a:ext cx="739305" cy="847540"/>
            <a:chOff x="7592639" y="2825218"/>
            <a:chExt cx="739305" cy="847540"/>
          </a:xfrm>
        </p:grpSpPr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9382A5F8-A846-3176-DCEF-C470BA334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748990" y="2825218"/>
              <a:ext cx="426602" cy="42660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826575-4A62-1909-DBE7-1B91C26B82E2}"/>
                </a:ext>
              </a:extLst>
            </p:cNvPr>
            <p:cNvSpPr txBox="1"/>
            <p:nvPr/>
          </p:nvSpPr>
          <p:spPr>
            <a:xfrm>
              <a:off x="7592639" y="3272648"/>
              <a:ext cx="7393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Resource</a:t>
              </a:r>
              <a:br>
                <a:rPr lang="en-US" altLang="ko-KR" sz="1000" b="1">
                  <a:solidFill>
                    <a:srgbClr val="444444"/>
                  </a:solidFill>
                </a:rPr>
              </a:br>
              <a:r>
                <a:rPr lang="en-US" altLang="ko-KR" sz="1000" b="1">
                  <a:solidFill>
                    <a:srgbClr val="444444"/>
                  </a:solidFill>
                </a:rPr>
                <a:t>Graph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EEF269-E9E0-E070-9D0B-907E3E077C88}"/>
              </a:ext>
            </a:extLst>
          </p:cNvPr>
          <p:cNvGrpSpPr/>
          <p:nvPr/>
        </p:nvGrpSpPr>
        <p:grpSpPr>
          <a:xfrm>
            <a:off x="8353323" y="2648339"/>
            <a:ext cx="635110" cy="790755"/>
            <a:chOff x="8593503" y="2684207"/>
            <a:chExt cx="635110" cy="790755"/>
          </a:xfrm>
        </p:grpSpPr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C1DE611D-4BDC-F480-AD06-D82B86988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651465" y="2684207"/>
              <a:ext cx="519186" cy="51918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7B73E8-F893-9AD6-2C24-25B2622A9347}"/>
                </a:ext>
              </a:extLst>
            </p:cNvPr>
            <p:cNvSpPr txBox="1"/>
            <p:nvPr/>
          </p:nvSpPr>
          <p:spPr>
            <a:xfrm>
              <a:off x="8593503" y="3228741"/>
              <a:ext cx="6351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Metrics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F83C8B-9CFF-7220-AE2B-DF06AD22D492}"/>
              </a:ext>
            </a:extLst>
          </p:cNvPr>
          <p:cNvSpPr/>
          <p:nvPr/>
        </p:nvSpPr>
        <p:spPr>
          <a:xfrm>
            <a:off x="7385162" y="2480525"/>
            <a:ext cx="2673044" cy="1063414"/>
          </a:xfrm>
          <a:prstGeom prst="rect">
            <a:avLst/>
          </a:prstGeom>
          <a:noFill/>
          <a:ln w="12700">
            <a:solidFill>
              <a:srgbClr val="50E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9DBC880-E077-55BD-9425-C2D36FA1740B}"/>
              </a:ext>
            </a:extLst>
          </p:cNvPr>
          <p:cNvCxnSpPr>
            <a:cxnSpLocks/>
          </p:cNvCxnSpPr>
          <p:nvPr/>
        </p:nvCxnSpPr>
        <p:spPr>
          <a:xfrm>
            <a:off x="4708678" y="2777283"/>
            <a:ext cx="2673044" cy="0"/>
          </a:xfrm>
          <a:prstGeom prst="straightConnector1">
            <a:avLst/>
          </a:prstGeom>
          <a:ln>
            <a:solidFill>
              <a:srgbClr val="2075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B694931-A3A5-604B-E5EC-B1AD0059F456}"/>
              </a:ext>
            </a:extLst>
          </p:cNvPr>
          <p:cNvSpPr txBox="1"/>
          <p:nvPr/>
        </p:nvSpPr>
        <p:spPr>
          <a:xfrm>
            <a:off x="5476594" y="2774689"/>
            <a:ext cx="1595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solidFill>
                  <a:srgbClr val="444444"/>
                </a:solidFill>
              </a:rPr>
              <a:t>Azure </a:t>
            </a:r>
            <a:r>
              <a:rPr lang="ko-KR" altLang="en-US" sz="1000">
                <a:solidFill>
                  <a:srgbClr val="444444"/>
                </a:solidFill>
              </a:rPr>
              <a:t>제공 데이터 수집</a:t>
            </a: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CE3C63AA-C5B7-11C7-82AB-F4373D002AF9}"/>
              </a:ext>
            </a:extLst>
          </p:cNvPr>
          <p:cNvCxnSpPr>
            <a:cxnSpLocks/>
          </p:cNvCxnSpPr>
          <p:nvPr/>
        </p:nvCxnSpPr>
        <p:spPr>
          <a:xfrm>
            <a:off x="4824965" y="2777283"/>
            <a:ext cx="3510589" cy="1500476"/>
          </a:xfrm>
          <a:prstGeom prst="bentConnector3">
            <a:avLst>
              <a:gd name="adj1" fmla="val 14314"/>
            </a:avLst>
          </a:prstGeom>
          <a:ln>
            <a:solidFill>
              <a:srgbClr val="2075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098B8F1-0DD7-E4F6-A6D8-1525104CCCA5}"/>
              </a:ext>
            </a:extLst>
          </p:cNvPr>
          <p:cNvSpPr txBox="1"/>
          <p:nvPr/>
        </p:nvSpPr>
        <p:spPr>
          <a:xfrm>
            <a:off x="5399146" y="4277759"/>
            <a:ext cx="2362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444444"/>
                </a:solidFill>
              </a:rPr>
              <a:t>SPN</a:t>
            </a:r>
            <a:r>
              <a:rPr lang="ko-KR" altLang="en-US" sz="1000" dirty="0">
                <a:solidFill>
                  <a:srgbClr val="444444"/>
                </a:solidFill>
              </a:rPr>
              <a:t>에 부여된 </a:t>
            </a:r>
            <a:r>
              <a:rPr lang="en-US" altLang="ko-KR" sz="1000" dirty="0">
                <a:solidFill>
                  <a:srgbClr val="444444"/>
                </a:solidFill>
              </a:rPr>
              <a:t>RBAC</a:t>
            </a:r>
            <a:r>
              <a:rPr lang="ko-KR" altLang="en-US" sz="1000" dirty="0">
                <a:solidFill>
                  <a:srgbClr val="444444"/>
                </a:solidFill>
              </a:rPr>
              <a:t>을 통한 권한 획득</a:t>
            </a:r>
            <a:endParaRPr lang="en-US" altLang="ko-KR" sz="1000" dirty="0">
              <a:solidFill>
                <a:srgbClr val="444444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13AF45-C34F-D4AD-FDCE-21ACCC26A0EB}"/>
              </a:ext>
            </a:extLst>
          </p:cNvPr>
          <p:cNvGrpSpPr/>
          <p:nvPr/>
        </p:nvGrpSpPr>
        <p:grpSpPr>
          <a:xfrm>
            <a:off x="9147230" y="2677749"/>
            <a:ext cx="804931" cy="698820"/>
            <a:chOff x="10792904" y="2847343"/>
            <a:chExt cx="1262414" cy="1095997"/>
          </a:xfrm>
        </p:grpSpPr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5D161D4-3657-FB2A-5005-0D5E912C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98582" y="2847343"/>
              <a:ext cx="627361" cy="6273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18723D-3E45-276A-1978-31EABAAFBC47}"/>
                </a:ext>
              </a:extLst>
            </p:cNvPr>
            <p:cNvSpPr txBox="1"/>
            <p:nvPr/>
          </p:nvSpPr>
          <p:spPr>
            <a:xfrm>
              <a:off x="10792904" y="3434459"/>
              <a:ext cx="1262414" cy="508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Cost</a:t>
              </a:r>
              <a:br>
                <a:rPr lang="en-US" altLang="ko-KR" sz="1000" b="1">
                  <a:solidFill>
                    <a:srgbClr val="444444"/>
                  </a:solidFill>
                </a:rPr>
              </a:br>
              <a:r>
                <a:rPr lang="en-US" altLang="ko-KR" sz="1000" b="1">
                  <a:solidFill>
                    <a:srgbClr val="444444"/>
                  </a:solidFill>
                </a:rPr>
                <a:t>Management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32DE1D7-2532-CF62-4EAB-F12B9ADCEC81}"/>
              </a:ext>
            </a:extLst>
          </p:cNvPr>
          <p:cNvSpPr txBox="1"/>
          <p:nvPr/>
        </p:nvSpPr>
        <p:spPr>
          <a:xfrm>
            <a:off x="1317139" y="5851639"/>
            <a:ext cx="6540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필요 리소스</a:t>
            </a:r>
            <a:r>
              <a:rPr lang="en-US" altLang="ko-KR" sz="1000" dirty="0"/>
              <a:t>: App Registration, Resource Group, Virtual Network, Virtual Machine, OS Disk, Public IP </a:t>
            </a:r>
            <a:r>
              <a:rPr lang="ko-KR" altLang="en-US" sz="1000" dirty="0"/>
              <a:t>각 </a:t>
            </a:r>
            <a:r>
              <a:rPr lang="en-US" altLang="ko-KR" sz="1000" dirty="0"/>
              <a:t>1</a:t>
            </a:r>
            <a:r>
              <a:rPr lang="ko-KR" altLang="en-US" sz="10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89893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C9E69B-32AE-2357-0973-9CA73E0E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21CF6-D275-F21D-FBFD-6A3EAF671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Basic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7092A0A-D335-F4EF-7255-E43C96FF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321021"/>
              </p:ext>
            </p:extLst>
          </p:nvPr>
        </p:nvGraphicFramePr>
        <p:xfrm>
          <a:off x="322728" y="1012190"/>
          <a:ext cx="11540565" cy="4272280"/>
        </p:xfrm>
        <a:graphic>
          <a:graphicData uri="http://schemas.openxmlformats.org/drawingml/2006/table">
            <a:tbl>
              <a:tblPr firstRow="1" bandRow="1"/>
              <a:tblGrid>
                <a:gridCol w="146162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600451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78492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비용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월 비용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Azure Cost Management API</a:t>
                      </a:r>
                      <a:r>
                        <a:rPr lang="ko-KR" altLang="en-US" sz="1000"/>
                        <a:t>를 쿼리하여 </a:t>
                      </a:r>
                      <a:r>
                        <a:rPr lang="en-US" altLang="ko-KR" sz="1000" err="1"/>
                        <a:t>InfluxDB</a:t>
                      </a:r>
                      <a:r>
                        <a:rPr lang="ko-KR" altLang="en-US" sz="1000"/>
                        <a:t>에 적재하는 스크립트 실행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일별 비용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리소스별 비용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리소스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리소스 그룹 및 리소스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Azure Resource Graph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KQL</a:t>
                      </a:r>
                      <a:r>
                        <a:rPr lang="en-US" altLang="ko-KR" sz="800" dirty="0"/>
                        <a:t>(Kusto Query)</a:t>
                      </a:r>
                      <a:r>
                        <a:rPr lang="ko-KR" altLang="en-US" sz="1000" dirty="0"/>
                        <a:t>을 사용하여 </a:t>
                      </a:r>
                      <a:r>
                        <a:rPr lang="en-US" altLang="ko-KR" sz="1000" dirty="0"/>
                        <a:t>Azure Portal </a:t>
                      </a:r>
                      <a:r>
                        <a:rPr lang="ko-KR" altLang="en-US" sz="1000" dirty="0"/>
                        <a:t>내 리소스 메타데이터 정보를 조회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830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24</a:t>
                      </a:r>
                      <a:r>
                        <a:rPr lang="ko-KR" altLang="en-US" sz="1000" dirty="0"/>
                        <a:t>시간 이내 생성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삭제된 리소스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276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지역별 리소스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2501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유형별 리소스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0497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24</a:t>
                      </a:r>
                      <a:r>
                        <a:rPr lang="ko-KR" altLang="en-US" sz="1000" dirty="0"/>
                        <a:t>시간 이내 리소스 생성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삭제 내역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2691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스토리지 계정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데이터 스토리지별 사용량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Azure Monitor</a:t>
                      </a:r>
                      <a:r>
                        <a:rPr lang="ko-KR" altLang="en-US" sz="1000" dirty="0"/>
                        <a:t>에서 제공하는 </a:t>
                      </a:r>
                      <a:r>
                        <a:rPr lang="en-US" altLang="ko-KR" sz="1000" dirty="0"/>
                        <a:t>Metric </a:t>
                      </a:r>
                      <a:r>
                        <a:rPr lang="ko-KR" altLang="en-US" sz="1000" dirty="0"/>
                        <a:t>데이터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성능 및 상태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를 조회</a:t>
                      </a:r>
                      <a:endParaRPr lang="en-US" altLang="ko-KR" sz="100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* Metric </a:t>
                      </a:r>
                      <a:r>
                        <a:rPr lang="ko-KR" altLang="en-US" sz="1000" dirty="0"/>
                        <a:t>데이터를 가져오는 주기</a:t>
                      </a:r>
                      <a:r>
                        <a:rPr lang="en-US" altLang="ko-KR" sz="1000" dirty="0"/>
                        <a:t>: 1</a:t>
                      </a:r>
                      <a:r>
                        <a:rPr lang="ko-KR" altLang="en-US" sz="1000" dirty="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799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현재 사용 가능한 용량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4602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총 트랜잭션 수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479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평균 요청 대기 시간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2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평균 트래픽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업로드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다운로드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1009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스토리지 계정 목록 및 속성값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Azure Resource Graph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KQL</a:t>
                      </a:r>
                      <a:r>
                        <a:rPr lang="en-US" altLang="ko-KR" sz="800" dirty="0"/>
                        <a:t>(Kusto Query)</a:t>
                      </a:r>
                      <a:r>
                        <a:rPr lang="ko-KR" altLang="en-US" sz="1000" dirty="0"/>
                        <a:t>을 사용하여 </a:t>
                      </a:r>
                      <a:r>
                        <a:rPr lang="en-US" altLang="ko-KR" sz="1000" dirty="0"/>
                        <a:t>Azure Portal </a:t>
                      </a:r>
                      <a:r>
                        <a:rPr lang="ko-KR" altLang="en-US" sz="1000" dirty="0"/>
                        <a:t>내 리소스 메타데이터 정보를 조회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33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재해 복구 지역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정보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321675"/>
                  </a:ext>
                </a:extLst>
              </a:tr>
              <a:tr h="163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스토리지 계정 생성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삭제 내역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4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83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DEC49-DDD5-3F93-2695-247DB967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D03E9A-8743-DF46-C051-286AFB49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D773A9-250B-2ACF-9C62-2B74E8C1DA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Compute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7D24755-777C-85FD-749B-32F0949D0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21730"/>
              </p:ext>
            </p:extLst>
          </p:nvPr>
        </p:nvGraphicFramePr>
        <p:xfrm>
          <a:off x="322729" y="1012190"/>
          <a:ext cx="5627221" cy="4516120"/>
        </p:xfrm>
        <a:graphic>
          <a:graphicData uri="http://schemas.openxmlformats.org/drawingml/2006/table">
            <a:tbl>
              <a:tblPr firstRow="1" bandRow="1"/>
              <a:tblGrid>
                <a:gridCol w="1652121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지역별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전체 및 실행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중지된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사용 및 미사용 디스크 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49949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24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시간 이내 생성 및 삭제된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279014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에 연결된 공인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835214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리소스 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6541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6788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VMSS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14717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디스크 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 App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전체 및 실행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중지된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 App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830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App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62762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 App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리소스 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440520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Slot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4730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Slot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9474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Slot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 상세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501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 App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Slot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0497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Web App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별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SSL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인증서 상태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2691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02F908E-F661-CB3C-5051-2610E8ED1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03173"/>
              </p:ext>
            </p:extLst>
          </p:nvPr>
        </p:nvGraphicFramePr>
        <p:xfrm>
          <a:off x="6242052" y="1012190"/>
          <a:ext cx="5627221" cy="1346200"/>
        </p:xfrm>
        <a:graphic>
          <a:graphicData uri="http://schemas.openxmlformats.org/drawingml/2006/table">
            <a:tbl>
              <a:tblPr firstRow="1" bandRow="1"/>
              <a:tblGrid>
                <a:gridCol w="1664821">
                  <a:extLst>
                    <a:ext uri="{9D8B030D-6E8A-4147-A177-3AD203B41FA5}">
                      <a16:colId xmlns:a16="http://schemas.microsoft.com/office/drawing/2014/main" val="2055578842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0948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38960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AKS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전체 및 실행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중지된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AKS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클러스터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778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AKS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클러스터 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4288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AKS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노드 풀 목록 및 속성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9204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AKS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리소스 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663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638A7B-4B69-038F-6B01-6A767EEDA6A1}"/>
              </a:ext>
            </a:extLst>
          </p:cNvPr>
          <p:cNvSpPr txBox="1"/>
          <p:nvPr/>
        </p:nvSpPr>
        <p:spPr>
          <a:xfrm>
            <a:off x="6242052" y="2479645"/>
            <a:ext cx="5621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ko-KR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수집 방식</a:t>
            </a:r>
            <a:endParaRPr lang="en-US" altLang="ko-KR" sz="1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Azure Resource Graph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 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KQL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을 사용하여 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Azure Portal 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내 리소스 메타데이터 정보를 조회</a:t>
            </a:r>
            <a:endParaRPr lang="en-US" altLang="ko-KR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22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29DE-D89E-D89F-E1AD-4DCA48E6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71D4B5-2AD2-7BF4-EFE4-7924E73C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0F0FB2-BDAD-1A4D-8496-B021FAD7B8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Network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F486DAA-51A9-FDEF-1B32-49AAC921F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57201"/>
              </p:ext>
            </p:extLst>
          </p:nvPr>
        </p:nvGraphicFramePr>
        <p:xfrm>
          <a:off x="322728" y="1010920"/>
          <a:ext cx="11493722" cy="2809240"/>
        </p:xfrm>
        <a:graphic>
          <a:graphicData uri="http://schemas.openxmlformats.org/drawingml/2006/table">
            <a:tbl>
              <a:tblPr firstRow="1" bandRow="1"/>
              <a:tblGrid>
                <a:gridCol w="188707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31650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기본 네트워크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err="1"/>
                        <a:t>구독별</a:t>
                      </a:r>
                      <a:r>
                        <a:rPr lang="ko-KR" altLang="en-US" sz="1000"/>
                        <a:t> 가상 네트워크 개수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Azure Resource Graph</a:t>
                      </a:r>
                      <a:r>
                        <a:rPr lang="ko-KR" altLang="en-US" sz="1000" dirty="0"/>
                        <a:t>에서 </a:t>
                      </a:r>
                      <a:r>
                        <a:rPr lang="en-US" altLang="ko-KR" sz="1000" dirty="0"/>
                        <a:t>KQL</a:t>
                      </a:r>
                      <a:r>
                        <a:rPr lang="en-US" altLang="ko-KR" sz="800" dirty="0"/>
                        <a:t>(Kusto Query)</a:t>
                      </a:r>
                      <a:r>
                        <a:rPr lang="ko-KR" altLang="en-US" sz="1000" dirty="0"/>
                        <a:t>을 사용하여 </a:t>
                      </a:r>
                      <a:r>
                        <a:rPr lang="en-US" altLang="ko-KR" sz="1000" dirty="0"/>
                        <a:t>Azure Portal </a:t>
                      </a:r>
                      <a:r>
                        <a:rPr lang="ko-KR" altLang="en-US" sz="1000" dirty="0"/>
                        <a:t>내 리소스 메타데이터 정보를 조회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/>
                        <a:t>가상 네트워크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목록 및 속성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/>
                        <a:t>서브넷 목록 및 속성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2211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/>
                        <a:t>네트워크 보안 그룹 목록 및 세부 규칙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0731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미사용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개수 및 목록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네트워크 리소스 생성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삭제 내역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831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네트워크 리소스 상태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(Advisor)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부하 분산 장치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전체 부하 분산 장치 목록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Application Gateway</a:t>
                      </a:r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전체 </a:t>
                      </a:r>
                      <a:r>
                        <a:rPr lang="en-US" altLang="ko-KR" sz="1000" dirty="0"/>
                        <a:t>Application Gateway </a:t>
                      </a:r>
                      <a:r>
                        <a:rPr lang="ko-KR" altLang="en-US" sz="1000" dirty="0"/>
                        <a:t>목록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90793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가상 네트워크 게이트웨이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게이트웨이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연결 목록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79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84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A36D-7F32-9F92-5336-D980A1A1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5C0EA8-53CE-20C2-96AD-410B5A75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C99B31-72DF-3E0B-6B75-B60AEA020F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Database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674C02D-B839-8388-E1F0-AE1D88ABD08C}"/>
              </a:ext>
            </a:extLst>
          </p:cNvPr>
          <p:cNvGraphicFramePr>
            <a:graphicFrameLocks noGrp="1"/>
          </p:cNvGraphicFramePr>
          <p:nvPr/>
        </p:nvGraphicFramePr>
        <p:xfrm>
          <a:off x="322728" y="1010920"/>
          <a:ext cx="11493722" cy="3053080"/>
        </p:xfrm>
        <a:graphic>
          <a:graphicData uri="http://schemas.openxmlformats.org/drawingml/2006/table">
            <a:tbl>
              <a:tblPr firstRow="1" bandRow="1"/>
              <a:tblGrid>
                <a:gridCol w="188707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234800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Database </a:t>
                      </a:r>
                      <a:r>
                        <a:rPr lang="en-US" altLang="ko-KR" sz="1000" dirty="0">
                          <a:solidFill>
                            <a:srgbClr val="444444"/>
                          </a:solidFill>
                        </a:rPr>
                        <a:t>Overview</a:t>
                      </a:r>
                      <a:endParaRPr lang="ko-KR" altLang="en-US" sz="1000" dirty="0">
                        <a:solidFill>
                          <a:srgbClr val="444444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PaaS DB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배포 수량 및 상태 확인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Azure Resource Graph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에서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KQL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(Kusto Query)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을 사용하여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Azure Portal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내의 리소스 메타데이터 정보를 조회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MSSQL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SQL Server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및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SQL Database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업데이트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SQL Server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및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SQL Database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및 정보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2211"/>
                  </a:ext>
                </a:extLst>
              </a:tr>
              <a:tr h="146304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PostgreDB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PostgreDB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업데이트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40731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PostgreDB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및 정보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448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MySQL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MySQL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업데이트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8831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MySQL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및 정보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Redis for Cache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Redis for Cache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업데이트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0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Redis for Cache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및 정보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9285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CosmosDB</a:t>
                      </a:r>
                      <a:endParaRPr lang="ko-KR" altLang="en-US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CosmosDB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생성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삭제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업데이트 내역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855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CosmosDB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및 정보</a:t>
                      </a:r>
                      <a:endParaRPr lang="en-US" altLang="ko-KR" sz="10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90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14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0967-603E-61E8-6DBA-6760E254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F0C9512-EA5C-A234-9999-1B2792A7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9" y="960567"/>
            <a:ext cx="11526802" cy="5090287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09E49-BBDB-681E-C501-F1B3B636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65CB9-5B2A-D1C2-6328-1046069D9E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Overview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E60374-7E4C-586E-8B20-1E64B7C0D4CD}"/>
              </a:ext>
            </a:extLst>
          </p:cNvPr>
          <p:cNvSpPr/>
          <p:nvPr/>
        </p:nvSpPr>
        <p:spPr>
          <a:xfrm>
            <a:off x="338948" y="1563913"/>
            <a:ext cx="11465701" cy="820715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709713-FB17-A190-D8C7-5A52D44B70E1}"/>
              </a:ext>
            </a:extLst>
          </p:cNvPr>
          <p:cNvSpPr/>
          <p:nvPr/>
        </p:nvSpPr>
        <p:spPr>
          <a:xfrm>
            <a:off x="338948" y="2444749"/>
            <a:ext cx="11465701" cy="151765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5539EB4-8128-2E14-BC3D-302408BF8849}"/>
              </a:ext>
            </a:extLst>
          </p:cNvPr>
          <p:cNvSpPr/>
          <p:nvPr/>
        </p:nvSpPr>
        <p:spPr>
          <a:xfrm>
            <a:off x="2706596" y="1235495"/>
            <a:ext cx="1147854" cy="268297"/>
          </a:xfrm>
          <a:prstGeom prst="borderCallout2">
            <a:avLst>
              <a:gd name="adj1" fmla="val 50381"/>
              <a:gd name="adj2" fmla="val 456"/>
              <a:gd name="adj3" fmla="val 50119"/>
              <a:gd name="adj4" fmla="val -16413"/>
              <a:gd name="adj5" fmla="val 120598"/>
              <a:gd name="adj6" fmla="val -27260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rgbClr val="444444"/>
                </a:solidFill>
              </a:rPr>
              <a:t>방안 </a:t>
            </a:r>
            <a:r>
              <a:rPr lang="en-US" altLang="ko-KR" sz="800">
                <a:solidFill>
                  <a:srgbClr val="444444"/>
                </a:solidFill>
              </a:rPr>
              <a:t>1. </a:t>
            </a:r>
            <a:r>
              <a:rPr lang="ko-KR" altLang="en-US" sz="800">
                <a:solidFill>
                  <a:srgbClr val="444444"/>
                </a:solidFill>
              </a:rPr>
              <a:t>박스 형식</a:t>
            </a:r>
          </a:p>
          <a:p>
            <a:r>
              <a:rPr lang="en-US" altLang="ko-KR" sz="800">
                <a:solidFill>
                  <a:srgbClr val="444444"/>
                </a:solidFill>
              </a:rPr>
              <a:t>(</a:t>
            </a:r>
            <a:r>
              <a:rPr lang="ko-KR" altLang="en-US" sz="800">
                <a:solidFill>
                  <a:srgbClr val="444444"/>
                </a:solidFill>
              </a:rPr>
              <a:t>구독 수가 적은 경우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F70A9C48-609F-3EE0-BA21-10C722D67221}"/>
              </a:ext>
            </a:extLst>
          </p:cNvPr>
          <p:cNvSpPr/>
          <p:nvPr/>
        </p:nvSpPr>
        <p:spPr>
          <a:xfrm>
            <a:off x="2706596" y="4019142"/>
            <a:ext cx="1147854" cy="268297"/>
          </a:xfrm>
          <a:prstGeom prst="borderCallout2">
            <a:avLst>
              <a:gd name="adj1" fmla="val 50381"/>
              <a:gd name="adj2" fmla="val 456"/>
              <a:gd name="adj3" fmla="val 50119"/>
              <a:gd name="adj4" fmla="val -16966"/>
              <a:gd name="adj5" fmla="val -19040"/>
              <a:gd name="adj6" fmla="val -26708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rgbClr val="444444"/>
                </a:solidFill>
              </a:rPr>
              <a:t>방안 </a:t>
            </a:r>
            <a:r>
              <a:rPr lang="en-US" altLang="ko-KR" sz="800">
                <a:solidFill>
                  <a:srgbClr val="444444"/>
                </a:solidFill>
              </a:rPr>
              <a:t>2. </a:t>
            </a:r>
            <a:r>
              <a:rPr lang="ko-KR" altLang="en-US" sz="800">
                <a:solidFill>
                  <a:srgbClr val="444444"/>
                </a:solidFill>
              </a:rPr>
              <a:t>표 형식</a:t>
            </a:r>
          </a:p>
          <a:p>
            <a:r>
              <a:rPr lang="en-US" altLang="ko-KR" sz="800">
                <a:solidFill>
                  <a:srgbClr val="444444"/>
                </a:solidFill>
              </a:rPr>
              <a:t>(</a:t>
            </a:r>
            <a:r>
              <a:rPr lang="ko-KR" altLang="en-US" sz="800">
                <a:solidFill>
                  <a:srgbClr val="444444"/>
                </a:solidFill>
              </a:rPr>
              <a:t>구독 수가 많은 경우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A1E15934-4A36-0065-97A9-348A51F0B6FD}"/>
              </a:ext>
            </a:extLst>
          </p:cNvPr>
          <p:cNvSpPr/>
          <p:nvPr/>
        </p:nvSpPr>
        <p:spPr>
          <a:xfrm>
            <a:off x="796643" y="732814"/>
            <a:ext cx="1401855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2077"/>
              <a:gd name="adj5" fmla="val 124933"/>
              <a:gd name="adj6" fmla="val -17671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  <a:r>
              <a:rPr lang="en-US" altLang="ko-KR" sz="800">
                <a:solidFill>
                  <a:srgbClr val="444444"/>
                </a:solidFill>
              </a:rPr>
              <a:t> (</a:t>
            </a:r>
            <a:r>
              <a:rPr lang="ko-KR" altLang="en-US" sz="800">
                <a:solidFill>
                  <a:srgbClr val="444444"/>
                </a:solidFill>
              </a:rPr>
              <a:t>복수 선택 가능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47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6F0C-A3B5-6989-0E4E-DCC133EA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1A0563-B366-1EB9-A131-6893E525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52" y="1039592"/>
            <a:ext cx="11538841" cy="5087311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1AD4D0-F4AB-AF65-0319-6AC41891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0F2AD6-8635-BA7B-942A-34B88A27D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Subscription</a:t>
            </a:r>
            <a:endParaRPr lang="ko-KR" altLang="en-US"/>
          </a:p>
        </p:txBody>
      </p:sp>
      <p:sp>
        <p:nvSpPr>
          <p:cNvPr id="6" name="설명선: 굽은 선 5">
            <a:extLst>
              <a:ext uri="{FF2B5EF4-FFF2-40B4-BE49-F238E27FC236}">
                <a16:creationId xmlns:a16="http://schemas.microsoft.com/office/drawing/2014/main" id="{5311E6FA-9CC9-316F-D91B-764D072DC68D}"/>
              </a:ext>
            </a:extLst>
          </p:cNvPr>
          <p:cNvSpPr/>
          <p:nvPr/>
        </p:nvSpPr>
        <p:spPr>
          <a:xfrm>
            <a:off x="758543" y="816402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</p:spTree>
    <p:extLst>
      <p:ext uri="{BB962C8B-B14F-4D97-AF65-F5344CB8AC3E}">
        <p14:creationId xmlns:p14="http://schemas.microsoft.com/office/powerpoint/2010/main" val="133701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D7E1-89AF-3A28-3633-885384A5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88545D-D701-BD1A-D8A6-DF73205E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0BE707-8CE8-60BA-2FA1-CE05289F5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Storage</a:t>
            </a:r>
            <a:r>
              <a:rPr lang="ko-KR" altLang="en-US"/>
              <a:t> </a:t>
            </a:r>
            <a:r>
              <a:rPr lang="en-US" altLang="ko-KR"/>
              <a:t>Account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CAB3C3-CF8B-8924-307C-F5C098CF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1062315"/>
            <a:ext cx="11540565" cy="4927789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CF80F9B-7EC9-DD9A-3F2D-FA62C1183826}"/>
              </a:ext>
            </a:extLst>
          </p:cNvPr>
          <p:cNvSpPr/>
          <p:nvPr/>
        </p:nvSpPr>
        <p:spPr>
          <a:xfrm>
            <a:off x="341778" y="1320803"/>
            <a:ext cx="2369672" cy="4622797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656C5F-5606-404D-0204-50F00887C56A}"/>
              </a:ext>
            </a:extLst>
          </p:cNvPr>
          <p:cNvSpPr/>
          <p:nvPr/>
        </p:nvSpPr>
        <p:spPr>
          <a:xfrm>
            <a:off x="3232150" y="1320803"/>
            <a:ext cx="8618072" cy="4622797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769A689F-47A7-AA8A-107A-ABC666423F04}"/>
              </a:ext>
            </a:extLst>
          </p:cNvPr>
          <p:cNvSpPr/>
          <p:nvPr/>
        </p:nvSpPr>
        <p:spPr>
          <a:xfrm>
            <a:off x="2168042" y="1016402"/>
            <a:ext cx="1771649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45602"/>
              <a:gd name="adj6" fmla="val -15764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선택한 스토리지에 대한 변동 정보</a:t>
            </a: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B4B3AAD9-B81B-58EE-0566-F49F08EDA224}"/>
              </a:ext>
            </a:extLst>
          </p:cNvPr>
          <p:cNvSpPr/>
          <p:nvPr/>
        </p:nvSpPr>
        <p:spPr>
          <a:xfrm>
            <a:off x="4321361" y="1016402"/>
            <a:ext cx="1771649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45602"/>
              <a:gd name="adj6" fmla="val -15764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전체 스토리지에 대한 고정 정보</a:t>
            </a:r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C79BC527-0054-9169-0BE3-B7371CFE4D0F}"/>
              </a:ext>
            </a:extLst>
          </p:cNvPr>
          <p:cNvSpPr/>
          <p:nvPr/>
        </p:nvSpPr>
        <p:spPr>
          <a:xfrm>
            <a:off x="933883" y="825545"/>
            <a:ext cx="852489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스토리지 선택</a:t>
            </a:r>
          </a:p>
        </p:txBody>
      </p:sp>
    </p:spTree>
    <p:extLst>
      <p:ext uri="{BB962C8B-B14F-4D97-AF65-F5344CB8AC3E}">
        <p14:creationId xmlns:p14="http://schemas.microsoft.com/office/powerpoint/2010/main" val="341966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0967-603E-61E8-6DBA-6760E254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3F83000-34B7-7648-150F-EC7FC5C75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29" y="1119774"/>
            <a:ext cx="11545142" cy="4766676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65CB9-5B2A-D1C2-6328-1046069D9E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VM</a:t>
            </a:r>
            <a:endParaRPr lang="ko-KR" altLang="en-US" dirty="0"/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363035C4-B90C-931E-5DDF-FDF238CB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fld id="{C1278E3A-F3BC-4E57-BA6B-529EA30125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설명선: 굽은 선 2">
            <a:extLst>
              <a:ext uri="{FF2B5EF4-FFF2-40B4-BE49-F238E27FC236}">
                <a16:creationId xmlns:a16="http://schemas.microsoft.com/office/drawing/2014/main" id="{810B4595-867B-F047-0ADB-B9A8A0AF7440}"/>
              </a:ext>
            </a:extLst>
          </p:cNvPr>
          <p:cNvSpPr/>
          <p:nvPr/>
        </p:nvSpPr>
        <p:spPr>
          <a:xfrm>
            <a:off x="802993" y="892021"/>
            <a:ext cx="1401855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2077"/>
              <a:gd name="adj5" fmla="val 124933"/>
              <a:gd name="adj6" fmla="val -17671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  <a:r>
              <a:rPr lang="en-US" altLang="ko-KR" sz="800">
                <a:solidFill>
                  <a:srgbClr val="444444"/>
                </a:solidFill>
              </a:rPr>
              <a:t> (</a:t>
            </a:r>
            <a:r>
              <a:rPr lang="ko-KR" altLang="en-US" sz="800">
                <a:solidFill>
                  <a:srgbClr val="444444"/>
                </a:solidFill>
              </a:rPr>
              <a:t>복수 선택 가능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024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24F2-3841-E86A-2D15-10AB4EDB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AEE8A3-4C2D-8543-3A55-22819152D5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Web App</a:t>
            </a:r>
            <a:endParaRPr lang="ko-KR" altLang="en-US" dirty="0"/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21E6CFB-DD6A-CBC8-51F3-12080DA2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fld id="{C1278E3A-F3BC-4E57-BA6B-529EA3012580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A699449-659D-08FA-DE4B-FA951C9B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1341294"/>
            <a:ext cx="11540565" cy="4175412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6" name="설명선: 굽은 선 5">
            <a:extLst>
              <a:ext uri="{FF2B5EF4-FFF2-40B4-BE49-F238E27FC236}">
                <a16:creationId xmlns:a16="http://schemas.microsoft.com/office/drawing/2014/main" id="{C7EC897D-F6FF-005F-95FA-89B7652CAA59}"/>
              </a:ext>
            </a:extLst>
          </p:cNvPr>
          <p:cNvSpPr/>
          <p:nvPr/>
        </p:nvSpPr>
        <p:spPr>
          <a:xfrm>
            <a:off x="1037943" y="1126241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</p:spTree>
    <p:extLst>
      <p:ext uri="{BB962C8B-B14F-4D97-AF65-F5344CB8AC3E}">
        <p14:creationId xmlns:p14="http://schemas.microsoft.com/office/powerpoint/2010/main" val="1871779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67234-76F8-C87D-0C9C-C441C801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A3A9ABC-8658-AC4A-5C76-10F0C31B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5AD219-51C2-643A-1B3A-835C7BD4B1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AKS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9F0BFC9-EAB3-6336-155F-3D5EF6C10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1482756"/>
            <a:ext cx="11540565" cy="3892488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129FE2AB-599E-6CF2-90B4-C52189C9EDB0}"/>
              </a:ext>
            </a:extLst>
          </p:cNvPr>
          <p:cNvSpPr/>
          <p:nvPr/>
        </p:nvSpPr>
        <p:spPr>
          <a:xfrm>
            <a:off x="771243" y="1248653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</p:spTree>
    <p:extLst>
      <p:ext uri="{BB962C8B-B14F-4D97-AF65-F5344CB8AC3E}">
        <p14:creationId xmlns:p14="http://schemas.microsoft.com/office/powerpoint/2010/main" val="2614586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6BED7-7CF4-6D5D-951B-1D34F6B3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349B7A3-2DEA-FEBF-F197-7CEDF9C16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07" y="1568142"/>
            <a:ext cx="11534586" cy="3721716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EE9A15-2A66-C7A3-C6DF-A3801C13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DE0287-368A-A464-E207-883D313C53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Network 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89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8681-8B92-7462-F21C-623DC5A9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8B7A76D-0C68-7EB0-05EC-EDAA2AE5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44" y="934960"/>
            <a:ext cx="11550328" cy="5029834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4F92522-6586-502D-2FB2-29378149B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D099EA-C932-C38F-00F5-850B0AC78B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Network (2)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200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6F99-AF08-D903-944B-C575AB5D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9764C8-011C-0371-AE64-BA055A6AE3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Database(1)</a:t>
            </a:r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70B7E2-7718-F567-4FDA-92EFD612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988984"/>
            <a:ext cx="11543554" cy="5330592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47A1E4-AED6-848A-8D43-2271C5BC472B}"/>
              </a:ext>
            </a:extLst>
          </p:cNvPr>
          <p:cNvSpPr/>
          <p:nvPr/>
        </p:nvSpPr>
        <p:spPr>
          <a:xfrm>
            <a:off x="373029" y="2851150"/>
            <a:ext cx="11412571" cy="3409950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설명선: 굽은 선 1">
            <a:extLst>
              <a:ext uri="{FF2B5EF4-FFF2-40B4-BE49-F238E27FC236}">
                <a16:creationId xmlns:a16="http://schemas.microsoft.com/office/drawing/2014/main" id="{8D1B35C6-A224-45C3-B66E-F8DCEB62128D}"/>
              </a:ext>
            </a:extLst>
          </p:cNvPr>
          <p:cNvSpPr/>
          <p:nvPr/>
        </p:nvSpPr>
        <p:spPr>
          <a:xfrm>
            <a:off x="980793" y="792981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DE704259-9538-46C4-D053-530C98C95B35}"/>
              </a:ext>
            </a:extLst>
          </p:cNvPr>
          <p:cNvSpPr/>
          <p:nvPr/>
        </p:nvSpPr>
        <p:spPr>
          <a:xfrm>
            <a:off x="10294719" y="2577621"/>
            <a:ext cx="1490881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24933"/>
              <a:gd name="adj6" fmla="val -15406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44444"/>
                </a:solidFill>
              </a:rPr>
              <a:t>MSSQL Server &amp; Database</a:t>
            </a:r>
          </a:p>
        </p:txBody>
      </p:sp>
    </p:spTree>
    <p:extLst>
      <p:ext uri="{BB962C8B-B14F-4D97-AF65-F5344CB8AC3E}">
        <p14:creationId xmlns:p14="http://schemas.microsoft.com/office/powerpoint/2010/main" val="228993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0C828-CDB7-2F35-0239-72579493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22E0C81-1D48-C0AE-46AD-B571CDE76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1056467"/>
            <a:ext cx="11541225" cy="5140554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67ED76-91C8-EE4D-F0A6-B3619635C3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Database(2)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4B0727-1248-DED3-1D02-931AD5B0445B}"/>
              </a:ext>
            </a:extLst>
          </p:cNvPr>
          <p:cNvSpPr/>
          <p:nvPr/>
        </p:nvSpPr>
        <p:spPr>
          <a:xfrm>
            <a:off x="375359" y="3778251"/>
            <a:ext cx="11410241" cy="234828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5027CF7-9EAB-43EF-9976-C62BD2E80ED2}"/>
              </a:ext>
            </a:extLst>
          </p:cNvPr>
          <p:cNvSpPr/>
          <p:nvPr/>
        </p:nvSpPr>
        <p:spPr>
          <a:xfrm>
            <a:off x="375359" y="1360120"/>
            <a:ext cx="11410241" cy="234828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설명선: 굽은 선 1">
            <a:extLst>
              <a:ext uri="{FF2B5EF4-FFF2-40B4-BE49-F238E27FC236}">
                <a16:creationId xmlns:a16="http://schemas.microsoft.com/office/drawing/2014/main" id="{630E1C31-2B63-0C47-73D8-28BE24AA4093}"/>
              </a:ext>
            </a:extLst>
          </p:cNvPr>
          <p:cNvSpPr/>
          <p:nvPr/>
        </p:nvSpPr>
        <p:spPr>
          <a:xfrm>
            <a:off x="1037943" y="848443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9C408551-021D-DC9F-25B9-69B233988C5A}"/>
              </a:ext>
            </a:extLst>
          </p:cNvPr>
          <p:cNvSpPr/>
          <p:nvPr/>
        </p:nvSpPr>
        <p:spPr>
          <a:xfrm>
            <a:off x="3101692" y="1096634"/>
            <a:ext cx="708307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err="1">
                <a:solidFill>
                  <a:srgbClr val="444444"/>
                </a:solidFill>
              </a:rPr>
              <a:t>PostgreDB</a:t>
            </a:r>
            <a:endParaRPr lang="en-US" altLang="ko-KR" sz="800">
              <a:solidFill>
                <a:srgbClr val="444444"/>
              </a:solidFill>
            </a:endParaRPr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A568BDDC-0992-2A64-2AD5-3266C7894631}"/>
              </a:ext>
            </a:extLst>
          </p:cNvPr>
          <p:cNvSpPr/>
          <p:nvPr/>
        </p:nvSpPr>
        <p:spPr>
          <a:xfrm>
            <a:off x="3101691" y="6159344"/>
            <a:ext cx="708307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-16800"/>
              <a:gd name="adj6" fmla="val -35415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44444"/>
                </a:solidFill>
              </a:rPr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1771153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C7F3A-2D2D-D689-7938-AED3D9CDA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F797FF-9B45-5FB9-84D4-2CF6F7465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1056467"/>
            <a:ext cx="11540565" cy="5102288"/>
          </a:xfrm>
          <a:prstGeom prst="rect">
            <a:avLst/>
          </a:prstGeom>
          <a:ln>
            <a:solidFill>
              <a:srgbClr val="BEBEBE"/>
            </a:solidFill>
          </a:ln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EDFC15-91DB-0C3F-8283-46206972D2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Database(3)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EF3972-4189-E388-ED30-A18C2B6C3A57}"/>
              </a:ext>
            </a:extLst>
          </p:cNvPr>
          <p:cNvSpPr/>
          <p:nvPr/>
        </p:nvSpPr>
        <p:spPr>
          <a:xfrm>
            <a:off x="394409" y="1334720"/>
            <a:ext cx="11410241" cy="234828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2AF849-373B-675B-DAD1-E45745C8EF74}"/>
              </a:ext>
            </a:extLst>
          </p:cNvPr>
          <p:cNvSpPr/>
          <p:nvPr/>
        </p:nvSpPr>
        <p:spPr>
          <a:xfrm>
            <a:off x="400759" y="3760420"/>
            <a:ext cx="11410241" cy="234828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설명선: 굽은 선 5">
            <a:extLst>
              <a:ext uri="{FF2B5EF4-FFF2-40B4-BE49-F238E27FC236}">
                <a16:creationId xmlns:a16="http://schemas.microsoft.com/office/drawing/2014/main" id="{99F6A921-0518-4BBA-5CDF-C054DA247B89}"/>
              </a:ext>
            </a:extLst>
          </p:cNvPr>
          <p:cNvSpPr/>
          <p:nvPr/>
        </p:nvSpPr>
        <p:spPr>
          <a:xfrm>
            <a:off x="1037943" y="848443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18F6DA53-C177-E135-8A3E-08BC56AAE6AE}"/>
              </a:ext>
            </a:extLst>
          </p:cNvPr>
          <p:cNvSpPr/>
          <p:nvPr/>
        </p:nvSpPr>
        <p:spPr>
          <a:xfrm>
            <a:off x="3101691" y="6159344"/>
            <a:ext cx="708307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-16800"/>
              <a:gd name="adj6" fmla="val -35415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err="1">
                <a:solidFill>
                  <a:srgbClr val="444444"/>
                </a:solidFill>
              </a:rPr>
              <a:t>CosmosDB</a:t>
            </a:r>
            <a:endParaRPr lang="en-US" altLang="ko-KR" sz="800">
              <a:solidFill>
                <a:srgbClr val="444444"/>
              </a:solidFill>
            </a:endParaRP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067137A9-A160-7607-D16D-50E2DD537A2F}"/>
              </a:ext>
            </a:extLst>
          </p:cNvPr>
          <p:cNvSpPr/>
          <p:nvPr/>
        </p:nvSpPr>
        <p:spPr>
          <a:xfrm>
            <a:off x="3101691" y="1044446"/>
            <a:ext cx="975008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18308"/>
              <a:gd name="adj5" fmla="val 133791"/>
              <a:gd name="adj6" fmla="val -2589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44444"/>
                </a:solidFill>
              </a:rPr>
              <a:t>Cache for </a:t>
            </a:r>
            <a:r>
              <a:rPr lang="en-US" altLang="ko-KR" sz="800" err="1">
                <a:solidFill>
                  <a:srgbClr val="444444"/>
                </a:solidFill>
              </a:rPr>
              <a:t>Resdis</a:t>
            </a:r>
            <a:endParaRPr lang="en-US" altLang="ko-KR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872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4742EC-6131-AA9D-229A-8065BF25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15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78a429b-8421-44cc-bb5e-1beb10ffd8c5" xsi:nil="true"/>
    <lcf76f155ced4ddcb4097134ff3c332f xmlns="8026ad3e-b376-43a0-abe5-5db3fc36d57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751F098D81D84EB9B3099162F2BF59" ma:contentTypeVersion="15" ma:contentTypeDescription="새 문서를 만듭니다." ma:contentTypeScope="" ma:versionID="f6545118b25914e336477af1112b4df3">
  <xsd:schema xmlns:xsd="http://www.w3.org/2001/XMLSchema" xmlns:xs="http://www.w3.org/2001/XMLSchema" xmlns:p="http://schemas.microsoft.com/office/2006/metadata/properties" xmlns:ns2="8026ad3e-b376-43a0-abe5-5db3fc36d578" xmlns:ns3="f78a429b-8421-44cc-bb5e-1beb10ffd8c5" targetNamespace="http://schemas.microsoft.com/office/2006/metadata/properties" ma:root="true" ma:fieldsID="02bfa4ad327bc8c7a5e1fc831d3269a3" ns2:_="" ns3:_="">
    <xsd:import namespace="8026ad3e-b376-43a0-abe5-5db3fc36d578"/>
    <xsd:import namespace="f78a429b-8421-44cc-bb5e-1beb10ffd8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26ad3e-b376-43a0-abe5-5db3fc36d5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d43da311-59c8-48b0-b1d9-4d7e3b785b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8a429b-8421-44cc-bb5e-1beb10ffd8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65f04f-4d1d-4ed8-91a6-75c7699d46bd}" ma:internalName="TaxCatchAll" ma:showField="CatchAllData" ma:web="f78a429b-8421-44cc-bb5e-1beb10ffd8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299F24-E0A3-4AB3-9761-E5DF5C375AF3}">
  <ds:schemaRefs>
    <ds:schemaRef ds:uri="http://purl.org/dc/terms/"/>
    <ds:schemaRef ds:uri="8026ad3e-b376-43a0-abe5-5db3fc36d578"/>
    <ds:schemaRef ds:uri="http://schemas.microsoft.com/office/2006/documentManagement/types"/>
    <ds:schemaRef ds:uri="http://purl.org/dc/elements/1.1/"/>
    <ds:schemaRef ds:uri="f78a429b-8421-44cc-bb5e-1beb10ffd8c5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F15C27-364D-4EE5-985C-C1F8EEE47F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112AAA-725B-41C0-A1C9-6C05525ECEA2}">
  <ds:schemaRefs>
    <ds:schemaRef ds:uri="8026ad3e-b376-43a0-abe5-5db3fc36d578"/>
    <ds:schemaRef ds:uri="f78a429b-8421-44cc-bb5e-1beb10ffd8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740</Words>
  <Application>Microsoft Office PowerPoint</Application>
  <PresentationFormat>와이드스크린</PresentationFormat>
  <Paragraphs>173</Paragraphs>
  <Slides>18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성은비</dc:creator>
  <cp:lastModifiedBy>성은비</cp:lastModifiedBy>
  <cp:revision>6</cp:revision>
  <dcterms:created xsi:type="dcterms:W3CDTF">2024-10-11T05:16:13Z</dcterms:created>
  <dcterms:modified xsi:type="dcterms:W3CDTF">2025-02-26T04:46:01Z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0x010100A8751F098D81D84EB9B3099162F2BF59</vt:lpwstr>
  </property>
  <property fmtid="{D5CDD505-2E9C-101B-9397-08002B2CF9AE}" pid="3" name="MediaServiceImageTags">
    <vt:lpwstr/>
  </property>
</Properties>
</file>