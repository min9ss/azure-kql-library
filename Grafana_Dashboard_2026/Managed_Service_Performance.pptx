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sldIdLst>
    <p:sldId id="269" r:id="rId5"/>
    <p:sldId id="300" r:id="rId6"/>
    <p:sldId id="270" r:id="rId7"/>
    <p:sldId id="295" r:id="rId8"/>
    <p:sldId id="296" r:id="rId9"/>
    <p:sldId id="275" r:id="rId10"/>
    <p:sldId id="307" r:id="rId11"/>
    <p:sldId id="308" r:id="rId12"/>
    <p:sldId id="271" r:id="rId13"/>
    <p:sldId id="309" r:id="rId14"/>
    <p:sldId id="277" r:id="rId15"/>
    <p:sldId id="291" r:id="rId16"/>
    <p:sldId id="293" r:id="rId17"/>
    <p:sldId id="298" r:id="rId18"/>
    <p:sldId id="282" r:id="rId19"/>
    <p:sldId id="26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2075B8"/>
    <a:srgbClr val="5794F2"/>
    <a:srgbClr val="50E6FF"/>
    <a:srgbClr val="4BA8ED"/>
    <a:srgbClr val="FFFFFF"/>
    <a:srgbClr val="619B26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2444D-606E-4898-B4E3-59B5123C0245}" v="3" dt="2025-02-26T01:18:41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민선" userId="b9ea6ffa-c475-42fd-bff4-a9646ffb6cbe" providerId="ADAL" clId="{DD1E3A21-C8EF-4894-9AE5-1FE605EB37AD}"/>
    <pc:docChg chg="undo custSel addSld delSld modSld">
      <pc:chgData name="김민선" userId="b9ea6ffa-c475-42fd-bff4-a9646ffb6cbe" providerId="ADAL" clId="{DD1E3A21-C8EF-4894-9AE5-1FE605EB37AD}" dt="2025-02-05T07:12:02.396" v="960" actId="1036"/>
      <pc:docMkLst>
        <pc:docMk/>
      </pc:docMkLst>
      <pc:sldChg chg="del">
        <pc:chgData name="김민선" userId="b9ea6ffa-c475-42fd-bff4-a9646ffb6cbe" providerId="ADAL" clId="{DD1E3A21-C8EF-4894-9AE5-1FE605EB37AD}" dt="2025-02-04T01:59:31.608" v="2" actId="2696"/>
        <pc:sldMkLst>
          <pc:docMk/>
          <pc:sldMk cId="158221881" sldId="272"/>
        </pc:sldMkLst>
      </pc:sldChg>
      <pc:sldChg chg="del">
        <pc:chgData name="김민선" userId="b9ea6ffa-c475-42fd-bff4-a9646ffb6cbe" providerId="ADAL" clId="{DD1E3A21-C8EF-4894-9AE5-1FE605EB37AD}" dt="2025-02-04T01:59:33.565" v="3" actId="2696"/>
        <pc:sldMkLst>
          <pc:docMk/>
          <pc:sldMk cId="2583766441" sldId="273"/>
        </pc:sldMkLst>
      </pc:sldChg>
      <pc:sldChg chg="del">
        <pc:chgData name="김민선" userId="b9ea6ffa-c475-42fd-bff4-a9646ffb6cbe" providerId="ADAL" clId="{DD1E3A21-C8EF-4894-9AE5-1FE605EB37AD}" dt="2025-02-04T01:59:58.846" v="11" actId="2696"/>
        <pc:sldMkLst>
          <pc:docMk/>
          <pc:sldMk cId="3083596138" sldId="274"/>
        </pc:sldMkLst>
      </pc:sldChg>
      <pc:sldChg chg="del">
        <pc:chgData name="김민선" userId="b9ea6ffa-c475-42fd-bff4-a9646ffb6cbe" providerId="ADAL" clId="{DD1E3A21-C8EF-4894-9AE5-1FE605EB37AD}" dt="2025-02-04T02:05:36.355" v="64" actId="2696"/>
        <pc:sldMkLst>
          <pc:docMk/>
          <pc:sldMk cId="1129802947" sldId="279"/>
        </pc:sldMkLst>
      </pc:sldChg>
      <pc:sldChg chg="del">
        <pc:chgData name="김민선" userId="b9ea6ffa-c475-42fd-bff4-a9646ffb6cbe" providerId="ADAL" clId="{DD1E3A21-C8EF-4894-9AE5-1FE605EB37AD}" dt="2025-02-04T02:05:42.744" v="65" actId="2696"/>
        <pc:sldMkLst>
          <pc:docMk/>
          <pc:sldMk cId="2664584966" sldId="280"/>
        </pc:sldMkLst>
      </pc:sldChg>
      <pc:sldChg chg="addSp delSp modSp mod">
        <pc:chgData name="김민선" userId="b9ea6ffa-c475-42fd-bff4-a9646ffb6cbe" providerId="ADAL" clId="{DD1E3A21-C8EF-4894-9AE5-1FE605EB37AD}" dt="2025-02-05T06:17:10.284" v="667" actId="478"/>
        <pc:sldMkLst>
          <pc:docMk/>
          <pc:sldMk cId="2614586274" sldId="281"/>
        </pc:sldMkLst>
      </pc:sldChg>
      <pc:sldChg chg="addSp delSp modSp mod">
        <pc:chgData name="김민선" userId="b9ea6ffa-c475-42fd-bff4-a9646ffb6cbe" providerId="ADAL" clId="{DD1E3A21-C8EF-4894-9AE5-1FE605EB37AD}" dt="2025-02-05T04:50:11.111" v="171" actId="478"/>
        <pc:sldMkLst>
          <pc:docMk/>
          <pc:sldMk cId="2289930131" sldId="283"/>
        </pc:sldMkLst>
      </pc:sldChg>
      <pc:sldChg chg="modSp add">
        <pc:chgData name="김민선" userId="b9ea6ffa-c475-42fd-bff4-a9646ffb6cbe" providerId="ADAL" clId="{DD1E3A21-C8EF-4894-9AE5-1FE605EB37AD}" dt="2025-02-04T02:01:09.578" v="17"/>
        <pc:sldMkLst>
          <pc:docMk/>
          <pc:sldMk cId="3576129551" sldId="287"/>
        </pc:sldMkLst>
      </pc:sldChg>
      <pc:sldChg chg="add">
        <pc:chgData name="김민선" userId="b9ea6ffa-c475-42fd-bff4-a9646ffb6cbe" providerId="ADAL" clId="{DD1E3A21-C8EF-4894-9AE5-1FE605EB37AD}" dt="2025-02-04T01:59:36.203" v="5"/>
        <pc:sldMkLst>
          <pc:docMk/>
          <pc:sldMk cId="1454510348" sldId="288"/>
        </pc:sldMkLst>
      </pc:sldChg>
      <pc:sldChg chg="modSp add mod">
        <pc:chgData name="김민선" userId="b9ea6ffa-c475-42fd-bff4-a9646ffb6cbe" providerId="ADAL" clId="{DD1E3A21-C8EF-4894-9AE5-1FE605EB37AD}" dt="2025-02-04T02:04:58.143" v="55"/>
        <pc:sldMkLst>
          <pc:docMk/>
          <pc:sldMk cId="2583766441" sldId="289"/>
        </pc:sldMkLst>
      </pc:sldChg>
      <pc:sldChg chg="modSp add del mod">
        <pc:chgData name="김민선" userId="b9ea6ffa-c475-42fd-bff4-a9646ffb6cbe" providerId="ADAL" clId="{DD1E3A21-C8EF-4894-9AE5-1FE605EB37AD}" dt="2025-02-04T02:04:29.844" v="53" actId="2696"/>
        <pc:sldMkLst>
          <pc:docMk/>
          <pc:sldMk cId="1005407118" sldId="290"/>
        </pc:sldMkLst>
      </pc:sldChg>
      <pc:sldChg chg="addSp delSp modSp add mod">
        <pc:chgData name="김민선" userId="b9ea6ffa-c475-42fd-bff4-a9646ffb6cbe" providerId="ADAL" clId="{DD1E3A21-C8EF-4894-9AE5-1FE605EB37AD}" dt="2025-02-05T07:12:02.396" v="960" actId="1036"/>
        <pc:sldMkLst>
          <pc:docMk/>
          <pc:sldMk cId="1802024191" sldId="290"/>
        </pc:sldMkLst>
      </pc:sldChg>
      <pc:sldChg chg="modSp add del mod">
        <pc:chgData name="김민선" userId="b9ea6ffa-c475-42fd-bff4-a9646ffb6cbe" providerId="ADAL" clId="{DD1E3A21-C8EF-4894-9AE5-1FE605EB37AD}" dt="2025-02-04T02:03:13.143" v="47" actId="2890"/>
        <pc:sldMkLst>
          <pc:docMk/>
          <pc:sldMk cId="3449254807" sldId="290"/>
        </pc:sldMkLst>
      </pc:sldChg>
      <pc:sldChg chg="addSp delSp modSp add mod">
        <pc:chgData name="김민선" userId="b9ea6ffa-c475-42fd-bff4-a9646ffb6cbe" providerId="ADAL" clId="{DD1E3A21-C8EF-4894-9AE5-1FE605EB37AD}" dt="2025-02-05T06:40:39.097" v="913" actId="478"/>
        <pc:sldMkLst>
          <pc:docMk/>
          <pc:sldMk cId="1892921431" sldId="291"/>
        </pc:sldMkLst>
        <pc:spChg chg="mod">
          <ac:chgData name="김민선" userId="b9ea6ffa-c475-42fd-bff4-a9646ffb6cbe" providerId="ADAL" clId="{DD1E3A21-C8EF-4894-9AE5-1FE605EB37AD}" dt="2025-02-04T02:06:13.288" v="81" actId="20577"/>
          <ac:spMkLst>
            <pc:docMk/>
            <pc:sldMk cId="1892921431" sldId="291"/>
            <ac:spMk id="4" creationId="{EFCC9F17-46BC-5BC5-DCD1-8D150E858478}"/>
          </ac:spMkLst>
        </pc:spChg>
      </pc:sldChg>
      <pc:sldChg chg="addSp modSp add mod">
        <pc:chgData name="김민선" userId="b9ea6ffa-c475-42fd-bff4-a9646ffb6cbe" providerId="ADAL" clId="{DD1E3A21-C8EF-4894-9AE5-1FE605EB37AD}" dt="2025-02-05T05:24:01.723" v="495" actId="14100"/>
        <pc:sldMkLst>
          <pc:docMk/>
          <pc:sldMk cId="1871779637" sldId="292"/>
        </pc:sldMkLst>
      </pc:sldChg>
      <pc:sldChg chg="addSp delSp modSp add mod">
        <pc:chgData name="김민선" userId="b9ea6ffa-c475-42fd-bff4-a9646ffb6cbe" providerId="ADAL" clId="{DD1E3A21-C8EF-4894-9AE5-1FE605EB37AD}" dt="2025-02-05T06:31:16.961" v="902" actId="1037"/>
        <pc:sldMkLst>
          <pc:docMk/>
          <pc:sldMk cId="2747230681" sldId="293"/>
        </pc:sldMkLst>
        <pc:spChg chg="mod">
          <ac:chgData name="김민선" userId="b9ea6ffa-c475-42fd-bff4-a9646ffb6cbe" providerId="ADAL" clId="{DD1E3A21-C8EF-4894-9AE5-1FE605EB37AD}" dt="2025-02-04T02:06:26.319" v="93" actId="6549"/>
          <ac:spMkLst>
            <pc:docMk/>
            <pc:sldMk cId="2747230681" sldId="293"/>
            <ac:spMk id="4" creationId="{74B95882-9D34-C5AC-A43D-4B090E9BFAF1}"/>
          </ac:spMkLst>
        </pc:spChg>
        <pc:picChg chg="mod">
          <ac:chgData name="김민선" userId="b9ea6ffa-c475-42fd-bff4-a9646ffb6cbe" providerId="ADAL" clId="{DD1E3A21-C8EF-4894-9AE5-1FE605EB37AD}" dt="2025-02-05T06:31:06.035" v="878" actId="1076"/>
          <ac:picMkLst>
            <pc:docMk/>
            <pc:sldMk cId="2747230681" sldId="293"/>
            <ac:picMk id="9" creationId="{61584EE3-F23C-4B94-35A0-F58B7A3111D9}"/>
          </ac:picMkLst>
        </pc:picChg>
      </pc:sldChg>
      <pc:sldChg chg="modSp mod">
        <pc:chgData name="김민선" userId="b9ea6ffa-c475-42fd-bff4-a9646ffb6cbe" providerId="ADAL" clId="{DD1E3A21-C8EF-4894-9AE5-1FE605EB37AD}" dt="2025-02-05T06:03:39.142" v="664" actId="20577"/>
        <pc:sldMkLst>
          <pc:docMk/>
          <pc:sldMk cId="1046709086" sldId="296"/>
        </pc:sldMkLst>
        <pc:graphicFrameChg chg="mod modGraphic">
          <ac:chgData name="김민선" userId="b9ea6ffa-c475-42fd-bff4-a9646ffb6cbe" providerId="ADAL" clId="{DD1E3A21-C8EF-4894-9AE5-1FE605EB37AD}" dt="2025-02-05T06:03:39.142" v="664" actId="20577"/>
          <ac:graphicFrameMkLst>
            <pc:docMk/>
            <pc:sldMk cId="1046709086" sldId="296"/>
            <ac:graphicFrameMk id="6" creationId="{2099D008-536C-3F6F-8367-9AB42F83A9D6}"/>
          </ac:graphicFrameMkLst>
        </pc:graphicFrameChg>
      </pc:sldChg>
      <pc:sldChg chg="addSp delSp modSp mod">
        <pc:chgData name="김민선" userId="b9ea6ffa-c475-42fd-bff4-a9646ffb6cbe" providerId="ADAL" clId="{DD1E3A21-C8EF-4894-9AE5-1FE605EB37AD}" dt="2025-02-05T06:30:35.740" v="877" actId="1035"/>
        <pc:sldMkLst>
          <pc:docMk/>
          <pc:sldMk cId="1143882117" sldId="298"/>
        </pc:sldMkLst>
        <pc:picChg chg="add mod ord">
          <ac:chgData name="김민선" userId="b9ea6ffa-c475-42fd-bff4-a9646ffb6cbe" providerId="ADAL" clId="{DD1E3A21-C8EF-4894-9AE5-1FE605EB37AD}" dt="2025-02-05T06:30:35.740" v="877" actId="1035"/>
          <ac:picMkLst>
            <pc:docMk/>
            <pc:sldMk cId="1143882117" sldId="298"/>
            <ac:picMk id="19" creationId="{F3CF6B32-A454-CCAD-6A0B-7019DEC547A4}"/>
          </ac:picMkLst>
        </pc:picChg>
      </pc:sldChg>
    </pc:docChg>
  </pc:docChgLst>
  <pc:docChgLst>
    <pc:chgData name="성은비" userId="S::ebsung@zenithcloud.com::f6b7803e-7464-416b-8ff7-cf00c030232f" providerId="AD" clId="Web-{9DD08ECA-5B45-D6C0-DF03-57708BF315FA}"/>
    <pc:docChg chg="modSld">
      <pc:chgData name="성은비" userId="S::ebsung@zenithcloud.com::f6b7803e-7464-416b-8ff7-cf00c030232f" providerId="AD" clId="Web-{9DD08ECA-5B45-D6C0-DF03-57708BF315FA}" dt="2025-02-04T06:25:43.400" v="0" actId="1076"/>
      <pc:docMkLst>
        <pc:docMk/>
      </pc:docMkLst>
      <pc:sldChg chg="modSp">
        <pc:chgData name="성은비" userId="S::ebsung@zenithcloud.com::f6b7803e-7464-416b-8ff7-cf00c030232f" providerId="AD" clId="Web-{9DD08ECA-5B45-D6C0-DF03-57708BF315FA}" dt="2025-02-04T06:25:43.400" v="0" actId="1076"/>
        <pc:sldMkLst>
          <pc:docMk/>
          <pc:sldMk cId="1802024191" sldId="290"/>
        </pc:sldMkLst>
      </pc:sldChg>
    </pc:docChg>
  </pc:docChgLst>
  <pc:docChgLst>
    <pc:chgData name="송상윤" userId="e8e73414-b8e4-430e-a891-1b257617aed8" providerId="ADAL" clId="{E0332373-77F4-4C50-9916-5F17D4F96162}"/>
    <pc:docChg chg="undo redo custSel addSld modSld">
      <pc:chgData name="송상윤" userId="e8e73414-b8e4-430e-a891-1b257617aed8" providerId="ADAL" clId="{E0332373-77F4-4C50-9916-5F17D4F96162}" dt="2025-02-19T04:06:35.286" v="2703" actId="14100"/>
      <pc:docMkLst>
        <pc:docMk/>
      </pc:docMkLst>
      <pc:sldChg chg="addSp modSp mod">
        <pc:chgData name="송상윤" userId="e8e73414-b8e4-430e-a891-1b257617aed8" providerId="ADAL" clId="{E0332373-77F4-4C50-9916-5F17D4F96162}" dt="2025-02-06T00:34:51.258" v="2494" actId="1076"/>
        <pc:sldMkLst>
          <pc:docMk/>
          <pc:sldMk cId="1245539277" sldId="266"/>
        </pc:sldMkLst>
      </pc:sldChg>
      <pc:sldChg chg="modSp">
        <pc:chgData name="송상윤" userId="e8e73414-b8e4-430e-a891-1b257617aed8" providerId="ADAL" clId="{E0332373-77F4-4C50-9916-5F17D4F96162}" dt="2025-02-03T04:58:07.119" v="1019"/>
        <pc:sldMkLst>
          <pc:docMk/>
          <pc:sldMk cId="3083596138" sldId="274"/>
        </pc:sldMkLst>
      </pc:sldChg>
      <pc:sldChg chg="addSp delSp modSp mod">
        <pc:chgData name="송상윤" userId="e8e73414-b8e4-430e-a891-1b257617aed8" providerId="ADAL" clId="{E0332373-77F4-4C50-9916-5F17D4F96162}" dt="2025-02-19T04:06:35.286" v="2703" actId="14100"/>
        <pc:sldMkLst>
          <pc:docMk/>
          <pc:sldMk cId="949846610" sldId="275"/>
        </pc:sldMkLst>
        <pc:graphicFrameChg chg="mod modGraphic">
          <ac:chgData name="송상윤" userId="e8e73414-b8e4-430e-a891-1b257617aed8" providerId="ADAL" clId="{E0332373-77F4-4C50-9916-5F17D4F96162}" dt="2025-02-03T05:52:30.858" v="1156" actId="20577"/>
          <ac:graphicFrameMkLst>
            <pc:docMk/>
            <pc:sldMk cId="949846610" sldId="275"/>
            <ac:graphicFrameMk id="6" creationId="{DF486DAA-51A9-FDEF-1B32-49AAC921F87E}"/>
          </ac:graphicFrameMkLst>
        </pc:graphicFrameChg>
      </pc:sldChg>
      <pc:sldChg chg="addSp delSp modSp mod">
        <pc:chgData name="송상윤" userId="e8e73414-b8e4-430e-a891-1b257617aed8" providerId="ADAL" clId="{E0332373-77F4-4C50-9916-5F17D4F96162}" dt="2025-02-03T07:01:08.561" v="1409" actId="20577"/>
        <pc:sldMkLst>
          <pc:docMk/>
          <pc:sldMk cId="2491551239" sldId="282"/>
        </pc:sldMkLst>
        <pc:spChg chg="mod">
          <ac:chgData name="송상윤" userId="e8e73414-b8e4-430e-a891-1b257617aed8" providerId="ADAL" clId="{E0332373-77F4-4C50-9916-5F17D4F96162}" dt="2025-02-03T07:01:08.561" v="1409" actId="20577"/>
          <ac:spMkLst>
            <pc:docMk/>
            <pc:sldMk cId="2491551239" sldId="282"/>
            <ac:spMk id="4" creationId="{F8351C67-C089-969E-23DD-E7E6617F885B}"/>
          </ac:spMkLst>
        </pc:spChg>
        <pc:spChg chg="add mod">
          <ac:chgData name="송상윤" userId="e8e73414-b8e4-430e-a891-1b257617aed8" providerId="ADAL" clId="{E0332373-77F4-4C50-9916-5F17D4F96162}" dt="2025-02-03T06:59:24.441" v="1395" actId="12788"/>
          <ac:spMkLst>
            <pc:docMk/>
            <pc:sldMk cId="2491551239" sldId="282"/>
            <ac:spMk id="9" creationId="{24819CD0-8055-34A3-FC77-63FF4709E513}"/>
          </ac:spMkLst>
        </pc:spChg>
        <pc:spChg chg="add mod">
          <ac:chgData name="송상윤" userId="e8e73414-b8e4-430e-a891-1b257617aed8" providerId="ADAL" clId="{E0332373-77F4-4C50-9916-5F17D4F96162}" dt="2025-02-03T06:23:41.252" v="1394" actId="1037"/>
          <ac:spMkLst>
            <pc:docMk/>
            <pc:sldMk cId="2491551239" sldId="282"/>
            <ac:spMk id="10" creationId="{C33ABF11-1B65-0EC5-8252-2FD91DCCA066}"/>
          </ac:spMkLst>
        </pc:spChg>
      </pc:sldChg>
      <pc:sldChg chg="addSp delSp modSp add mod">
        <pc:chgData name="송상윤" userId="e8e73414-b8e4-430e-a891-1b257617aed8" providerId="ADAL" clId="{E0332373-77F4-4C50-9916-5F17D4F96162}" dt="2025-02-03T07:24:39.545" v="1524" actId="1582"/>
        <pc:sldMkLst>
          <pc:docMk/>
          <pc:sldMk cId="3673458358" sldId="284"/>
        </pc:sldMkLst>
      </pc:sldChg>
      <pc:sldChg chg="addSp delSp modSp add mod">
        <pc:chgData name="송상윤" userId="e8e73414-b8e4-430e-a891-1b257617aed8" providerId="ADAL" clId="{E0332373-77F4-4C50-9916-5F17D4F96162}" dt="2025-02-03T07:13:17.879" v="1515" actId="1582"/>
        <pc:sldMkLst>
          <pc:docMk/>
          <pc:sldMk cId="366579551" sldId="285"/>
        </pc:sldMkLst>
      </pc:sldChg>
      <pc:sldChg chg="addSp delSp modSp add mod">
        <pc:chgData name="송상윤" userId="e8e73414-b8e4-430e-a891-1b257617aed8" providerId="ADAL" clId="{E0332373-77F4-4C50-9916-5F17D4F96162}" dt="2025-02-03T07:13:24.374" v="1517" actId="208"/>
        <pc:sldMkLst>
          <pc:docMk/>
          <pc:sldMk cId="1971613201" sldId="286"/>
        </pc:sldMkLst>
      </pc:sldChg>
      <pc:sldChg chg="addSp delSp modSp add mod">
        <pc:chgData name="송상윤" userId="e8e73414-b8e4-430e-a891-1b257617aed8" providerId="ADAL" clId="{E0332373-77F4-4C50-9916-5F17D4F96162}" dt="2025-02-06T00:43:44.192" v="2652" actId="1038"/>
        <pc:sldMkLst>
          <pc:docMk/>
          <pc:sldMk cId="3105591382" sldId="300"/>
        </pc:sldMkLst>
        <pc:spChg chg="add mod">
          <ac:chgData name="송상윤" userId="e8e73414-b8e4-430e-a891-1b257617aed8" providerId="ADAL" clId="{E0332373-77F4-4C50-9916-5F17D4F96162}" dt="2025-02-06T00:35:32.750" v="2497" actId="20577"/>
          <ac:spMkLst>
            <pc:docMk/>
            <pc:sldMk cId="3105591382" sldId="300"/>
            <ac:spMk id="12" creationId="{2318723D-3E45-276A-1978-31EABAAFBC47}"/>
          </ac:spMkLst>
        </pc:spChg>
        <pc:spChg chg="add mod topLvl">
          <ac:chgData name="송상윤" userId="e8e73414-b8e4-430e-a891-1b257617aed8" providerId="ADAL" clId="{E0332373-77F4-4C50-9916-5F17D4F96162}" dt="2025-02-06T00:38:22.912" v="2571" actId="164"/>
          <ac:spMkLst>
            <pc:docMk/>
            <pc:sldMk cId="3105591382" sldId="300"/>
            <ac:spMk id="19" creationId="{28826575-4A62-1909-DBE7-1B91C26B82E2}"/>
          </ac:spMkLst>
        </pc:spChg>
        <pc:spChg chg="add mod topLvl">
          <ac:chgData name="송상윤" userId="e8e73414-b8e4-430e-a891-1b257617aed8" providerId="ADAL" clId="{E0332373-77F4-4C50-9916-5F17D4F96162}" dt="2025-02-06T00:38:24.890" v="2572" actId="164"/>
          <ac:spMkLst>
            <pc:docMk/>
            <pc:sldMk cId="3105591382" sldId="300"/>
            <ac:spMk id="21" creationId="{657B73E8-F893-9AD6-2C24-25B2622A9347}"/>
          </ac:spMkLst>
        </pc:spChg>
        <pc:spChg chg="mod topLvl">
          <ac:chgData name="송상윤" userId="e8e73414-b8e4-430e-a891-1b257617aed8" providerId="ADAL" clId="{E0332373-77F4-4C50-9916-5F17D4F96162}" dt="2025-02-05T09:07:06.114" v="2227" actId="1076"/>
          <ac:spMkLst>
            <pc:docMk/>
            <pc:sldMk cId="3105591382" sldId="300"/>
            <ac:spMk id="23" creationId="{0F87FD8B-FF75-0910-8C36-674157B15878}"/>
          </ac:spMkLst>
        </pc:spChg>
        <pc:spChg chg="mod topLvl">
          <ac:chgData name="송상윤" userId="e8e73414-b8e4-430e-a891-1b257617aed8" providerId="ADAL" clId="{E0332373-77F4-4C50-9916-5F17D4F96162}" dt="2025-02-06T00:10:01.849" v="2350" actId="14100"/>
          <ac:spMkLst>
            <pc:docMk/>
            <pc:sldMk cId="3105591382" sldId="300"/>
            <ac:spMk id="33" creationId="{235191B6-A24A-AD94-E7B8-E7320DC85060}"/>
          </ac:spMkLst>
        </pc:spChg>
        <pc:spChg chg="mod topLvl">
          <ac:chgData name="송상윤" userId="e8e73414-b8e4-430e-a891-1b257617aed8" providerId="ADAL" clId="{E0332373-77F4-4C50-9916-5F17D4F96162}" dt="2025-02-06T00:29:55.277" v="2435"/>
          <ac:spMkLst>
            <pc:docMk/>
            <pc:sldMk cId="3105591382" sldId="300"/>
            <ac:spMk id="39" creationId="{BCE50055-33E6-E49B-9836-F8FABA433941}"/>
          </ac:spMkLst>
        </pc:spChg>
        <pc:spChg chg="add mod topLvl">
          <ac:chgData name="송상윤" userId="e8e73414-b8e4-430e-a891-1b257617aed8" providerId="ADAL" clId="{E0332373-77F4-4C50-9916-5F17D4F96162}" dt="2025-02-06T00:43:04.319" v="2640" actId="14100"/>
          <ac:spMkLst>
            <pc:docMk/>
            <pc:sldMk cId="3105591382" sldId="300"/>
            <ac:spMk id="48" creationId="{78F83C8B-9CFF-7220-AE2B-DF06AD22D492}"/>
          </ac:spMkLst>
        </pc:spChg>
        <pc:spChg chg="add mod topLvl">
          <ac:chgData name="송상윤" userId="e8e73414-b8e4-430e-a891-1b257617aed8" providerId="ADAL" clId="{E0332373-77F4-4C50-9916-5F17D4F96162}" dt="2025-02-06T00:11:49.537" v="2379" actId="1035"/>
          <ac:spMkLst>
            <pc:docMk/>
            <pc:sldMk cId="3105591382" sldId="300"/>
            <ac:spMk id="53" creationId="{BB694931-A3A5-604B-E5EC-B1AD0059F456}"/>
          </ac:spMkLst>
        </pc:spChg>
        <pc:spChg chg="add mod">
          <ac:chgData name="송상윤" userId="e8e73414-b8e4-430e-a891-1b257617aed8" providerId="ADAL" clId="{E0332373-77F4-4C50-9916-5F17D4F96162}" dt="2025-02-06T00:11:42.396" v="2378" actId="1036"/>
          <ac:spMkLst>
            <pc:docMk/>
            <pc:sldMk cId="3105591382" sldId="300"/>
            <ac:spMk id="88" creationId="{E098B8F1-0DD7-E4F6-A6D8-1525104CCCA5}"/>
          </ac:spMkLst>
        </pc:spChg>
        <pc:grpChg chg="add mod">
          <ac:chgData name="송상윤" userId="e8e73414-b8e4-430e-a891-1b257617aed8" providerId="ADAL" clId="{E0332373-77F4-4C50-9916-5F17D4F96162}" dt="2025-02-06T00:43:44.192" v="2652" actId="1038"/>
          <ac:grpSpMkLst>
            <pc:docMk/>
            <pc:sldMk cId="3105591382" sldId="300"/>
            <ac:grpSpMk id="16" creationId="{C113AF45-C34F-D4AD-FDCE-21ACCC26A0EB}"/>
          </ac:grpSpMkLst>
        </pc:grpChg>
        <pc:grpChg chg="add mod">
          <ac:chgData name="송상윤" userId="e8e73414-b8e4-430e-a891-1b257617aed8" providerId="ADAL" clId="{E0332373-77F4-4C50-9916-5F17D4F96162}" dt="2025-02-06T00:43:44.192" v="2652" actId="1038"/>
          <ac:grpSpMkLst>
            <pc:docMk/>
            <pc:sldMk cId="3105591382" sldId="300"/>
            <ac:grpSpMk id="29" creationId="{2577107D-3A06-E4E4-D056-380A07968F87}"/>
          </ac:grpSpMkLst>
        </pc:grpChg>
        <pc:grpChg chg="add mod">
          <ac:chgData name="송상윤" userId="e8e73414-b8e4-430e-a891-1b257617aed8" providerId="ADAL" clId="{E0332373-77F4-4C50-9916-5F17D4F96162}" dt="2025-02-06T00:43:44.192" v="2652" actId="1038"/>
          <ac:grpSpMkLst>
            <pc:docMk/>
            <pc:sldMk cId="3105591382" sldId="300"/>
            <ac:grpSpMk id="30" creationId="{ABEEF269-E9E0-E070-9D0B-907E3E077C88}"/>
          </ac:grpSpMkLst>
        </pc:grpChg>
        <pc:grpChg chg="add mod">
          <ac:chgData name="송상윤" userId="e8e73414-b8e4-430e-a891-1b257617aed8" providerId="ADAL" clId="{E0332373-77F4-4C50-9916-5F17D4F96162}" dt="2025-02-05T09:12:55.549" v="2306" actId="1035"/>
          <ac:grpSpMkLst>
            <pc:docMk/>
            <pc:sldMk cId="3105591382" sldId="300"/>
            <ac:grpSpMk id="54" creationId="{1034FF19-B058-5585-F381-2B8F79E58BBE}"/>
          </ac:grpSpMkLst>
        </pc:grpChg>
        <pc:grpChg chg="add mod topLvl">
          <ac:chgData name="송상윤" userId="e8e73414-b8e4-430e-a891-1b257617aed8" providerId="ADAL" clId="{E0332373-77F4-4C50-9916-5F17D4F96162}" dt="2025-02-05T08:57:14.695" v="2053" actId="165"/>
          <ac:grpSpMkLst>
            <pc:docMk/>
            <pc:sldMk cId="3105591382" sldId="300"/>
            <ac:grpSpMk id="74" creationId="{48927A88-A55F-6799-286E-E1E840CAE3CF}"/>
          </ac:grpSpMkLst>
        </pc:grp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5" creationId="{1150A5F7-7F4B-9A01-C5FD-837C641BA1E4}"/>
          </ac:picMkLst>
        </pc:picChg>
        <pc:picChg chg="mod topLvl">
          <ac:chgData name="송상윤" userId="e8e73414-b8e4-430e-a891-1b257617aed8" providerId="ADAL" clId="{E0332373-77F4-4C50-9916-5F17D4F96162}" dt="2025-02-05T08:43:23.804" v="1834" actId="164"/>
          <ac:picMkLst>
            <pc:docMk/>
            <pc:sldMk cId="3105591382" sldId="300"/>
            <ac:picMk id="7" creationId="{6F42E51C-A64E-EC0F-7BFE-302F37DE70D7}"/>
          </ac:picMkLst>
        </pc:pic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8" creationId="{15AE288F-7E81-FF78-A72A-981311E1AC2A}"/>
          </ac:picMkLst>
        </pc:picChg>
        <pc:picChg chg="add mod topLvl">
          <ac:chgData name="송상윤" userId="e8e73414-b8e4-430e-a891-1b257617aed8" providerId="ADAL" clId="{E0332373-77F4-4C50-9916-5F17D4F96162}" dt="2025-02-06T00:38:22.912" v="2571" actId="164"/>
          <ac:picMkLst>
            <pc:docMk/>
            <pc:sldMk cId="3105591382" sldId="300"/>
            <ac:picMk id="9" creationId="{9382A5F8-A846-3176-DCEF-C470BA3340D6}"/>
          </ac:picMkLst>
        </pc:pic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10" creationId="{F01D14C9-4866-32D2-214D-ED12AD62353F}"/>
          </ac:picMkLst>
        </pc:picChg>
        <pc:picChg chg="add mod">
          <ac:chgData name="송상윤" userId="e8e73414-b8e4-430e-a891-1b257617aed8" providerId="ADAL" clId="{E0332373-77F4-4C50-9916-5F17D4F96162}" dt="2025-02-06T00:28:51.090" v="2412" actId="164"/>
          <ac:picMkLst>
            <pc:docMk/>
            <pc:sldMk cId="3105591382" sldId="300"/>
            <ac:picMk id="11" creationId="{35D161D4-3657-FB2A-5005-0D5E912CAA22}"/>
          </ac:picMkLst>
        </pc:pic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13" creationId="{B3E40CE7-E4F4-7E3E-0AAA-6EA95572DDA3}"/>
          </ac:picMkLst>
        </pc:picChg>
        <pc:picChg chg="add mod topLvl">
          <ac:chgData name="송상윤" userId="e8e73414-b8e4-430e-a891-1b257617aed8" providerId="ADAL" clId="{E0332373-77F4-4C50-9916-5F17D4F96162}" dt="2025-02-06T00:38:24.890" v="2572" actId="164"/>
          <ac:picMkLst>
            <pc:docMk/>
            <pc:sldMk cId="3105591382" sldId="300"/>
            <ac:picMk id="14" creationId="{C1DE611D-4BDC-F480-AD06-D82B8698884C}"/>
          </ac:picMkLst>
        </pc:pic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15" creationId="{A3EBEEFC-6D1C-8095-5225-AA6EB9241959}"/>
          </ac:picMkLst>
        </pc:picChg>
        <pc:picChg chg="mod topLvl">
          <ac:chgData name="송상윤" userId="e8e73414-b8e4-430e-a891-1b257617aed8" providerId="ADAL" clId="{E0332373-77F4-4C50-9916-5F17D4F96162}" dt="2025-02-05T08:57:14.695" v="2053" actId="165"/>
          <ac:picMkLst>
            <pc:docMk/>
            <pc:sldMk cId="3105591382" sldId="300"/>
            <ac:picMk id="17" creationId="{62F76055-8C77-A3CB-4CE7-80F04177D3C0}"/>
          </ac:picMkLst>
        </pc:picChg>
        <pc:cxnChg chg="add mod topLvl">
          <ac:chgData name="송상윤" userId="e8e73414-b8e4-430e-a891-1b257617aed8" providerId="ADAL" clId="{E0332373-77F4-4C50-9916-5F17D4F96162}" dt="2025-02-06T00:09:56.356" v="2349" actId="12788"/>
          <ac:cxnSpMkLst>
            <pc:docMk/>
            <pc:sldMk cId="3105591382" sldId="300"/>
            <ac:cxnSpMk id="44" creationId="{79DBC880-E077-55BD-9425-C2D36FA1740B}"/>
          </ac:cxnSpMkLst>
        </pc:cxnChg>
        <pc:cxnChg chg="add mod">
          <ac:chgData name="송상윤" userId="e8e73414-b8e4-430e-a891-1b257617aed8" providerId="ADAL" clId="{E0332373-77F4-4C50-9916-5F17D4F96162}" dt="2025-02-06T00:11:19.886" v="2366" actId="14100"/>
          <ac:cxnSpMkLst>
            <pc:docMk/>
            <pc:sldMk cId="3105591382" sldId="300"/>
            <ac:cxnSpMk id="82" creationId="{CE3C63AA-C5B7-11C7-82AB-F4373D002AF9}"/>
          </ac:cxnSpMkLst>
        </pc:cxnChg>
      </pc:sldChg>
    </pc:docChg>
  </pc:docChgLst>
  <pc:docChgLst>
    <pc:chgData name="김민선" userId="S::minsun.kim@zenithcloud.com::b9ea6ffa-c475-42fd-bff4-a9646ffb6cbe" providerId="AD" clId="Web-{1028AB84-63DE-4E61-AB2D-EDB3BB0141EC}"/>
    <pc:docChg chg="modSld">
      <pc:chgData name="김민선" userId="S::minsun.kim@zenithcloud.com::b9ea6ffa-c475-42fd-bff4-a9646ffb6cbe" providerId="AD" clId="Web-{1028AB84-63DE-4E61-AB2D-EDB3BB0141EC}" dt="2025-02-17T04:51:05.696" v="325"/>
      <pc:docMkLst>
        <pc:docMk/>
      </pc:docMkLst>
      <pc:sldChg chg="modSp">
        <pc:chgData name="김민선" userId="S::minsun.kim@zenithcloud.com::b9ea6ffa-c475-42fd-bff4-a9646ffb6cbe" providerId="AD" clId="Web-{1028AB84-63DE-4E61-AB2D-EDB3BB0141EC}" dt="2025-02-17T04:51:05.696" v="325"/>
        <pc:sldMkLst>
          <pc:docMk/>
          <pc:sldMk cId="1046709086" sldId="296"/>
        </pc:sldMkLst>
        <pc:graphicFrameChg chg="mod modGraphic">
          <ac:chgData name="김민선" userId="S::minsun.kim@zenithcloud.com::b9ea6ffa-c475-42fd-bff4-a9646ffb6cbe" providerId="AD" clId="Web-{1028AB84-63DE-4E61-AB2D-EDB3BB0141EC}" dt="2025-02-17T04:51:05.696" v="325"/>
          <ac:graphicFrameMkLst>
            <pc:docMk/>
            <pc:sldMk cId="1046709086" sldId="296"/>
            <ac:graphicFrameMk id="6" creationId="{2099D008-536C-3F6F-8367-9AB42F83A9D6}"/>
          </ac:graphicFrameMkLst>
        </pc:graphicFrameChg>
      </pc:sldChg>
    </pc:docChg>
  </pc:docChgLst>
  <pc:docChgLst>
    <pc:chgData name="김성철" userId="8faa9d33-4c33-4c5a-9d76-95506e7474f6" providerId="ADAL" clId="{958D51AD-5CB0-4388-8D41-1B0BB72CEF7E}"/>
    <pc:docChg chg="modSld">
      <pc:chgData name="김성철" userId="8faa9d33-4c33-4c5a-9d76-95506e7474f6" providerId="ADAL" clId="{958D51AD-5CB0-4388-8D41-1B0BB72CEF7E}" dt="2025-02-17T07:03:34.152" v="110" actId="20577"/>
      <pc:docMkLst>
        <pc:docMk/>
      </pc:docMkLst>
      <pc:sldChg chg="modSp mod">
        <pc:chgData name="김성철" userId="8faa9d33-4c33-4c5a-9d76-95506e7474f6" providerId="ADAL" clId="{958D51AD-5CB0-4388-8D41-1B0BB72CEF7E}" dt="2025-02-17T07:03:34.152" v="110" actId="20577"/>
        <pc:sldMkLst>
          <pc:docMk/>
          <pc:sldMk cId="3128830111" sldId="270"/>
        </pc:sldMkLst>
        <pc:spChg chg="mod">
          <ac:chgData name="김성철" userId="8faa9d33-4c33-4c5a-9d76-95506e7474f6" providerId="ADAL" clId="{958D51AD-5CB0-4388-8D41-1B0BB72CEF7E}" dt="2025-02-17T07:03:34.152" v="110" actId="20577"/>
          <ac:spMkLst>
            <pc:docMk/>
            <pc:sldMk cId="3128830111" sldId="270"/>
            <ac:spMk id="4" creationId="{50621CF6-D275-F21D-FBFD-6A3EAF6710C2}"/>
          </ac:spMkLst>
        </pc:spChg>
      </pc:sldChg>
      <pc:sldChg chg="modSp mod">
        <pc:chgData name="김성철" userId="8faa9d33-4c33-4c5a-9d76-95506e7474f6" providerId="ADAL" clId="{958D51AD-5CB0-4388-8D41-1B0BB72CEF7E}" dt="2025-02-17T06:54:30.259" v="58" actId="20577"/>
        <pc:sldMkLst>
          <pc:docMk/>
          <pc:sldMk cId="949846610" sldId="275"/>
        </pc:sldMkLst>
        <pc:spChg chg="mod">
          <ac:chgData name="김성철" userId="8faa9d33-4c33-4c5a-9d76-95506e7474f6" providerId="ADAL" clId="{958D51AD-5CB0-4388-8D41-1B0BB72CEF7E}" dt="2025-02-17T06:54:30.259" v="58" actId="20577"/>
          <ac:spMkLst>
            <pc:docMk/>
            <pc:sldMk cId="949846610" sldId="275"/>
            <ac:spMk id="4" creationId="{7E0F0FB2-BDAD-1A4D-8496-B021FAD7B83B}"/>
          </ac:spMkLst>
        </pc:spChg>
      </pc:sldChg>
      <pc:sldChg chg="modSp mod">
        <pc:chgData name="김성철" userId="8faa9d33-4c33-4c5a-9d76-95506e7474f6" providerId="ADAL" clId="{958D51AD-5CB0-4388-8D41-1B0BB72CEF7E}" dt="2025-02-17T06:54:06.646" v="25" actId="20577"/>
        <pc:sldMkLst>
          <pc:docMk/>
          <pc:sldMk cId="183522235" sldId="294"/>
        </pc:sldMkLst>
      </pc:sldChg>
      <pc:sldChg chg="modSp mod">
        <pc:chgData name="김성철" userId="8faa9d33-4c33-4c5a-9d76-95506e7474f6" providerId="ADAL" clId="{958D51AD-5CB0-4388-8D41-1B0BB72CEF7E}" dt="2025-02-17T06:54:16.379" v="40" actId="20577"/>
        <pc:sldMkLst>
          <pc:docMk/>
          <pc:sldMk cId="3269657166" sldId="295"/>
        </pc:sldMkLst>
        <pc:spChg chg="mod">
          <ac:chgData name="김성철" userId="8faa9d33-4c33-4c5a-9d76-95506e7474f6" providerId="ADAL" clId="{958D51AD-5CB0-4388-8D41-1B0BB72CEF7E}" dt="2025-02-17T06:54:16.379" v="40" actId="20577"/>
          <ac:spMkLst>
            <pc:docMk/>
            <pc:sldMk cId="3269657166" sldId="295"/>
            <ac:spMk id="4" creationId="{C16FFAFB-C8BE-D0BE-1B49-EBCEAAD02CB8}"/>
          </ac:spMkLst>
        </pc:spChg>
      </pc:sldChg>
      <pc:sldChg chg="modSp mod">
        <pc:chgData name="김성철" userId="8faa9d33-4c33-4c5a-9d76-95506e7474f6" providerId="ADAL" clId="{958D51AD-5CB0-4388-8D41-1B0BB72CEF7E}" dt="2025-02-17T06:54:23.506" v="48" actId="20577"/>
        <pc:sldMkLst>
          <pc:docMk/>
          <pc:sldMk cId="1046709086" sldId="296"/>
        </pc:sldMkLst>
        <pc:spChg chg="mod">
          <ac:chgData name="김성철" userId="8faa9d33-4c33-4c5a-9d76-95506e7474f6" providerId="ADAL" clId="{958D51AD-5CB0-4388-8D41-1B0BB72CEF7E}" dt="2025-02-17T06:54:23.506" v="48" actId="20577"/>
          <ac:spMkLst>
            <pc:docMk/>
            <pc:sldMk cId="1046709086" sldId="296"/>
            <ac:spMk id="4" creationId="{F8DB8938-6F1C-2A0C-513A-967B531FE360}"/>
          </ac:spMkLst>
        </pc:spChg>
      </pc:sldChg>
      <pc:sldChg chg="modSp mod">
        <pc:chgData name="김성철" userId="8faa9d33-4c33-4c5a-9d76-95506e7474f6" providerId="ADAL" clId="{958D51AD-5CB0-4388-8D41-1B0BB72CEF7E}" dt="2025-02-17T06:54:41.569" v="69" actId="20577"/>
        <pc:sldMkLst>
          <pc:docMk/>
          <pc:sldMk cId="3552787789" sldId="299"/>
        </pc:sldMkLst>
      </pc:sldChg>
      <pc:sldChg chg="modSp mod">
        <pc:chgData name="김성철" userId="8faa9d33-4c33-4c5a-9d76-95506e7474f6" providerId="ADAL" clId="{958D51AD-5CB0-4388-8D41-1B0BB72CEF7E}" dt="2025-02-17T06:55:03.390" v="80" actId="20577"/>
        <pc:sldMkLst>
          <pc:docMk/>
          <pc:sldMk cId="817520833" sldId="301"/>
        </pc:sldMkLst>
      </pc:sldChg>
      <pc:sldChg chg="modSp mod">
        <pc:chgData name="김성철" userId="8faa9d33-4c33-4c5a-9d76-95506e7474f6" providerId="ADAL" clId="{958D51AD-5CB0-4388-8D41-1B0BB72CEF7E}" dt="2025-02-17T06:55:09.470" v="91" actId="20577"/>
        <pc:sldMkLst>
          <pc:docMk/>
          <pc:sldMk cId="3091535432" sldId="302"/>
        </pc:sldMkLst>
      </pc:sldChg>
    </pc:docChg>
  </pc:docChgLst>
  <pc:docChgLst>
    <pc:chgData name="성은비" userId="f6b7803e-7464-416b-8ff7-cf00c030232f" providerId="ADAL" clId="{12B2444D-606E-4898-B4E3-59B5123C0245}"/>
    <pc:docChg chg="undo custSel addSld delSld modSld">
      <pc:chgData name="성은비" userId="f6b7803e-7464-416b-8ff7-cf00c030232f" providerId="ADAL" clId="{12B2444D-606E-4898-B4E3-59B5123C0245}" dt="2025-02-26T01:18:48.054" v="500" actId="47"/>
      <pc:docMkLst>
        <pc:docMk/>
      </pc:docMkLst>
      <pc:sldChg chg="modSp mod">
        <pc:chgData name="성은비" userId="f6b7803e-7464-416b-8ff7-cf00c030232f" providerId="ADAL" clId="{12B2444D-606E-4898-B4E3-59B5123C0245}" dt="2025-02-26T01:18:23.303" v="498" actId="20577"/>
        <pc:sldMkLst>
          <pc:docMk/>
          <pc:sldMk cId="3128830111" sldId="270"/>
        </pc:sldMkLst>
        <pc:graphicFrameChg chg="modGraphic">
          <ac:chgData name="성은비" userId="f6b7803e-7464-416b-8ff7-cf00c030232f" providerId="ADAL" clId="{12B2444D-606E-4898-B4E3-59B5123C0245}" dt="2025-02-26T01:18:23.303" v="498" actId="20577"/>
          <ac:graphicFrameMkLst>
            <pc:docMk/>
            <pc:sldMk cId="3128830111" sldId="270"/>
            <ac:graphicFrameMk id="6" creationId="{07092A0A-D335-F4EF-7255-E43C96FF69B7}"/>
          </ac:graphicFrameMkLst>
        </pc:graphicFrameChg>
      </pc:sldChg>
      <pc:sldChg chg="del">
        <pc:chgData name="성은비" userId="f6b7803e-7464-416b-8ff7-cf00c030232f" providerId="ADAL" clId="{12B2444D-606E-4898-B4E3-59B5123C0245}" dt="2025-02-26T01:18:48.054" v="500" actId="47"/>
        <pc:sldMkLst>
          <pc:docMk/>
          <pc:sldMk cId="1337017060" sldId="278"/>
        </pc:sldMkLst>
      </pc:sldChg>
      <pc:sldChg chg="addSp delSp modSp mod">
        <pc:chgData name="성은비" userId="f6b7803e-7464-416b-8ff7-cf00c030232f" providerId="ADAL" clId="{12B2444D-606E-4898-B4E3-59B5123C0245}" dt="2025-02-25T01:49:20.723" v="486" actId="20577"/>
        <pc:sldMkLst>
          <pc:docMk/>
          <pc:sldMk cId="3105591382" sldId="300"/>
        </pc:sldMkLst>
        <pc:spChg chg="add del mod">
          <ac:chgData name="성은비" userId="f6b7803e-7464-416b-8ff7-cf00c030232f" providerId="ADAL" clId="{12B2444D-606E-4898-B4E3-59B5123C0245}" dt="2025-02-25T01:40:43.236" v="92"/>
          <ac:spMkLst>
            <pc:docMk/>
            <pc:sldMk cId="3105591382" sldId="300"/>
            <ac:spMk id="3" creationId="{D5D4E97D-B38F-E776-D788-10E7E246DEDC}"/>
          </ac:spMkLst>
        </pc:spChg>
        <pc:spChg chg="add mod">
          <ac:chgData name="성은비" userId="f6b7803e-7464-416b-8ff7-cf00c030232f" providerId="ADAL" clId="{12B2444D-606E-4898-B4E3-59B5123C0245}" dt="2025-02-25T01:49:20.723" v="486" actId="20577"/>
          <ac:spMkLst>
            <pc:docMk/>
            <pc:sldMk cId="3105591382" sldId="300"/>
            <ac:spMk id="18" creationId="{D32DE1D7-2532-CF62-4EAB-F12B9ADCEC81}"/>
          </ac:spMkLst>
        </pc:spChg>
        <pc:spChg chg="mod">
          <ac:chgData name="성은비" userId="f6b7803e-7464-416b-8ff7-cf00c030232f" providerId="ADAL" clId="{12B2444D-606E-4898-B4E3-59B5123C0245}" dt="2025-02-25T01:39:51.261" v="37" actId="115"/>
          <ac:spMkLst>
            <pc:docMk/>
            <pc:sldMk cId="3105591382" sldId="300"/>
            <ac:spMk id="23" creationId="{0F87FD8B-FF75-0910-8C36-674157B15878}"/>
          </ac:spMkLst>
        </pc:spChg>
        <pc:spChg chg="mod">
          <ac:chgData name="성은비" userId="f6b7803e-7464-416b-8ff7-cf00c030232f" providerId="ADAL" clId="{12B2444D-606E-4898-B4E3-59B5123C0245}" dt="2025-02-25T01:40:16.129" v="51" actId="1035"/>
          <ac:spMkLst>
            <pc:docMk/>
            <pc:sldMk cId="3105591382" sldId="300"/>
            <ac:spMk id="33" creationId="{235191B6-A24A-AD94-E7B8-E7320DC85060}"/>
          </ac:spMkLst>
        </pc:spChg>
        <pc:spChg chg="mod">
          <ac:chgData name="성은비" userId="f6b7803e-7464-416b-8ff7-cf00c030232f" providerId="ADAL" clId="{12B2444D-606E-4898-B4E3-59B5123C0245}" dt="2025-02-25T01:40:16.129" v="51" actId="1035"/>
          <ac:spMkLst>
            <pc:docMk/>
            <pc:sldMk cId="3105591382" sldId="300"/>
            <ac:spMk id="48" creationId="{78F83C8B-9CFF-7220-AE2B-DF06AD22D492}"/>
          </ac:spMkLst>
        </pc:spChg>
        <pc:spChg chg="mod">
          <ac:chgData name="성은비" userId="f6b7803e-7464-416b-8ff7-cf00c030232f" providerId="ADAL" clId="{12B2444D-606E-4898-B4E3-59B5123C0245}" dt="2025-02-25T01:40:16.129" v="51" actId="1035"/>
          <ac:spMkLst>
            <pc:docMk/>
            <pc:sldMk cId="3105591382" sldId="300"/>
            <ac:spMk id="53" creationId="{BB694931-A3A5-604B-E5EC-B1AD0059F456}"/>
          </ac:spMkLst>
        </pc:spChg>
        <pc:spChg chg="mod">
          <ac:chgData name="성은비" userId="f6b7803e-7464-416b-8ff7-cf00c030232f" providerId="ADAL" clId="{12B2444D-606E-4898-B4E3-59B5123C0245}" dt="2025-02-25T01:40:16.129" v="51" actId="1035"/>
          <ac:spMkLst>
            <pc:docMk/>
            <pc:sldMk cId="3105591382" sldId="300"/>
            <ac:spMk id="88" creationId="{E098B8F1-0DD7-E4F6-A6D8-1525104CCCA5}"/>
          </ac:spMkLst>
        </pc:spChg>
        <pc:grpChg chg="mod">
          <ac:chgData name="성은비" userId="f6b7803e-7464-416b-8ff7-cf00c030232f" providerId="ADAL" clId="{12B2444D-606E-4898-B4E3-59B5123C0245}" dt="2025-02-25T01:40:16.129" v="51" actId="1035"/>
          <ac:grpSpMkLst>
            <pc:docMk/>
            <pc:sldMk cId="3105591382" sldId="300"/>
            <ac:grpSpMk id="16" creationId="{C113AF45-C34F-D4AD-FDCE-21ACCC26A0EB}"/>
          </ac:grpSpMkLst>
        </pc:grpChg>
        <pc:grpChg chg="mod">
          <ac:chgData name="성은비" userId="f6b7803e-7464-416b-8ff7-cf00c030232f" providerId="ADAL" clId="{12B2444D-606E-4898-B4E3-59B5123C0245}" dt="2025-02-25T01:40:16.129" v="51" actId="1035"/>
          <ac:grpSpMkLst>
            <pc:docMk/>
            <pc:sldMk cId="3105591382" sldId="300"/>
            <ac:grpSpMk id="29" creationId="{2577107D-3A06-E4E4-D056-380A07968F87}"/>
          </ac:grpSpMkLst>
        </pc:grpChg>
        <pc:grpChg chg="mod">
          <ac:chgData name="성은비" userId="f6b7803e-7464-416b-8ff7-cf00c030232f" providerId="ADAL" clId="{12B2444D-606E-4898-B4E3-59B5123C0245}" dt="2025-02-25T01:40:16.129" v="51" actId="1035"/>
          <ac:grpSpMkLst>
            <pc:docMk/>
            <pc:sldMk cId="3105591382" sldId="300"/>
            <ac:grpSpMk id="30" creationId="{ABEEF269-E9E0-E070-9D0B-907E3E077C88}"/>
          </ac:grpSpMkLst>
        </pc:grpChg>
        <pc:grpChg chg="mod">
          <ac:chgData name="성은비" userId="f6b7803e-7464-416b-8ff7-cf00c030232f" providerId="ADAL" clId="{12B2444D-606E-4898-B4E3-59B5123C0245}" dt="2025-02-25T01:40:16.129" v="51" actId="1035"/>
          <ac:grpSpMkLst>
            <pc:docMk/>
            <pc:sldMk cId="3105591382" sldId="300"/>
            <ac:grpSpMk id="54" creationId="{1034FF19-B058-5585-F381-2B8F79E58BBE}"/>
          </ac:grpSpMkLst>
        </pc:grpChg>
        <pc:grpChg chg="mod">
          <ac:chgData name="성은비" userId="f6b7803e-7464-416b-8ff7-cf00c030232f" providerId="ADAL" clId="{12B2444D-606E-4898-B4E3-59B5123C0245}" dt="2025-02-25T01:40:16.129" v="51" actId="1035"/>
          <ac:grpSpMkLst>
            <pc:docMk/>
            <pc:sldMk cId="3105591382" sldId="300"/>
            <ac:grpSpMk id="74" creationId="{48927A88-A55F-6799-286E-E1E840CAE3CF}"/>
          </ac:grpSpMkLst>
        </pc:grpChg>
        <pc:picChg chg="mod">
          <ac:chgData name="성은비" userId="f6b7803e-7464-416b-8ff7-cf00c030232f" providerId="ADAL" clId="{12B2444D-606E-4898-B4E3-59B5123C0245}" dt="2025-02-25T01:40:16.129" v="51" actId="1035"/>
          <ac:picMkLst>
            <pc:docMk/>
            <pc:sldMk cId="3105591382" sldId="300"/>
            <ac:picMk id="8" creationId="{15AE288F-7E81-FF78-A72A-981311E1AC2A}"/>
          </ac:picMkLst>
        </pc:picChg>
      </pc:sldChg>
      <pc:sldChg chg="add">
        <pc:chgData name="성은비" userId="f6b7803e-7464-416b-8ff7-cf00c030232f" providerId="ADAL" clId="{12B2444D-606E-4898-B4E3-59B5123C0245}" dt="2025-02-26T01:18:41.301" v="499"/>
        <pc:sldMkLst>
          <pc:docMk/>
          <pc:sldMk cId="1230173820" sldId="309"/>
        </pc:sldMkLst>
      </pc:sldChg>
    </pc:docChg>
  </pc:docChgLst>
  <pc:docChgLst>
    <pc:chgData name="서순혁" userId="55a106a7-a01f-41af-ae81-53d867784d6f" providerId="ADAL" clId="{B893D913-77E7-4411-A627-8765EE9D84B9}"/>
    <pc:docChg chg="undo custSel addSld delSld modSld sldOrd">
      <pc:chgData name="서순혁" userId="55a106a7-a01f-41af-ae81-53d867784d6f" providerId="ADAL" clId="{B893D913-77E7-4411-A627-8765EE9D84B9}" dt="2025-02-11T05:40:38.738" v="91"/>
      <pc:docMkLst>
        <pc:docMk/>
      </pc:docMkLst>
      <pc:sldChg chg="ord">
        <pc:chgData name="서순혁" userId="55a106a7-a01f-41af-ae81-53d867784d6f" providerId="ADAL" clId="{B893D913-77E7-4411-A627-8765EE9D84B9}" dt="2025-02-11T05:40:38.738" v="91"/>
        <pc:sldMkLst>
          <pc:docMk/>
          <pc:sldMk cId="1461157646" sldId="265"/>
        </pc:sldMkLst>
      </pc:sldChg>
      <pc:sldChg chg="modSp del mod">
        <pc:chgData name="서순혁" userId="55a106a7-a01f-41af-ae81-53d867784d6f" providerId="ADAL" clId="{B893D913-77E7-4411-A627-8765EE9D84B9}" dt="2025-02-05T05:15:12.772" v="81" actId="47"/>
        <pc:sldMkLst>
          <pc:docMk/>
          <pc:sldMk cId="813090633" sldId="276"/>
        </pc:sldMkLst>
      </pc:sldChg>
      <pc:sldChg chg="addSp delSp modSp add del mod">
        <pc:chgData name="서순혁" userId="55a106a7-a01f-41af-ae81-53d867784d6f" providerId="ADAL" clId="{B893D913-77E7-4411-A627-8765EE9D84B9}" dt="2025-02-11T05:40:36.944" v="89"/>
        <pc:sldMkLst>
          <pc:docMk/>
          <pc:sldMk cId="2289930131" sldId="283"/>
        </pc:sldMkLst>
      </pc:sldChg>
      <pc:sldChg chg="add">
        <pc:chgData name="서순혁" userId="55a106a7-a01f-41af-ae81-53d867784d6f" providerId="ADAL" clId="{B893D913-77E7-4411-A627-8765EE9D84B9}" dt="2025-02-05T05:15:11.199" v="80"/>
        <pc:sldMkLst>
          <pc:docMk/>
          <pc:sldMk cId="3552787789" sldId="299"/>
        </pc:sldMkLst>
      </pc:sldChg>
      <pc:sldChg chg="add">
        <pc:chgData name="서순혁" userId="55a106a7-a01f-41af-ae81-53d867784d6f" providerId="ADAL" clId="{B893D913-77E7-4411-A627-8765EE9D84B9}" dt="2025-02-11T04:46:58.004" v="82"/>
        <pc:sldMkLst>
          <pc:docMk/>
          <pc:sldMk cId="817520833" sldId="301"/>
        </pc:sldMkLst>
      </pc:sldChg>
      <pc:sldChg chg="add">
        <pc:chgData name="서순혁" userId="55a106a7-a01f-41af-ae81-53d867784d6f" providerId="ADAL" clId="{B893D913-77E7-4411-A627-8765EE9D84B9}" dt="2025-02-11T04:46:58.004" v="82"/>
        <pc:sldMkLst>
          <pc:docMk/>
          <pc:sldMk cId="3091535432" sldId="302"/>
        </pc:sldMkLst>
      </pc:sldChg>
      <pc:sldChg chg="add">
        <pc:chgData name="서순혁" userId="55a106a7-a01f-41af-ae81-53d867784d6f" providerId="ADAL" clId="{B893D913-77E7-4411-A627-8765EE9D84B9}" dt="2025-02-11T05:40:36.944" v="89"/>
        <pc:sldMkLst>
          <pc:docMk/>
          <pc:sldMk cId="1771153810" sldId="303"/>
        </pc:sldMkLst>
      </pc:sldChg>
      <pc:sldChg chg="add">
        <pc:chgData name="서순혁" userId="55a106a7-a01f-41af-ae81-53d867784d6f" providerId="ADAL" clId="{B893D913-77E7-4411-A627-8765EE9D84B9}" dt="2025-02-11T05:40:36.944" v="89"/>
        <pc:sldMkLst>
          <pc:docMk/>
          <pc:sldMk cId="952872999" sldId="304"/>
        </pc:sldMkLst>
      </pc:sldChg>
    </pc:docChg>
  </pc:docChgLst>
  <pc:docChgLst>
    <pc:chgData name="성은비" userId="f6b7803e-7464-416b-8ff7-cf00c030232f" providerId="ADAL" clId="{8715E2DB-2718-42FB-AF69-0EF1825231D6}"/>
    <pc:docChg chg="undo redo custSel addSld delSld modSld">
      <pc:chgData name="성은비" userId="f6b7803e-7464-416b-8ff7-cf00c030232f" providerId="ADAL" clId="{8715E2DB-2718-42FB-AF69-0EF1825231D6}" dt="2025-02-17T04:53:42.628" v="10658" actId="20577"/>
      <pc:docMkLst>
        <pc:docMk/>
      </pc:docMkLst>
      <pc:sldChg chg="addSp delSp modSp del mod modNotesTx">
        <pc:chgData name="성은비" userId="f6b7803e-7464-416b-8ff7-cf00c030232f" providerId="ADAL" clId="{8715E2DB-2718-42FB-AF69-0EF1825231D6}" dt="2025-02-06T00:48:59.939" v="8876" actId="2696"/>
        <pc:sldMkLst>
          <pc:docMk/>
          <pc:sldMk cId="1245539277" sldId="266"/>
        </pc:sldMkLst>
      </pc:sldChg>
      <pc:sldChg chg="modSp mod">
        <pc:chgData name="성은비" userId="f6b7803e-7464-416b-8ff7-cf00c030232f" providerId="ADAL" clId="{8715E2DB-2718-42FB-AF69-0EF1825231D6}" dt="2025-02-05T06:34:52.238" v="7760" actId="20577"/>
        <pc:sldMkLst>
          <pc:docMk/>
          <pc:sldMk cId="408950386" sldId="269"/>
        </pc:sldMkLst>
        <pc:spChg chg="mod">
          <ac:chgData name="성은비" userId="f6b7803e-7464-416b-8ff7-cf00c030232f" providerId="ADAL" clId="{8715E2DB-2718-42FB-AF69-0EF1825231D6}" dt="2025-02-05T06:34:52.238" v="7760" actId="20577"/>
          <ac:spMkLst>
            <pc:docMk/>
            <pc:sldMk cId="408950386" sldId="269"/>
            <ac:spMk id="4" creationId="{5B2E1578-CB41-F7C8-A3FD-31CC79F4CF9A}"/>
          </ac:spMkLst>
        </pc:spChg>
      </pc:sldChg>
      <pc:sldChg chg="modSp mod modNotesTx">
        <pc:chgData name="성은비" userId="f6b7803e-7464-416b-8ff7-cf00c030232f" providerId="ADAL" clId="{8715E2DB-2718-42FB-AF69-0EF1825231D6}" dt="2025-02-17T04:48:50.518" v="10586"/>
        <pc:sldMkLst>
          <pc:docMk/>
          <pc:sldMk cId="3128830111" sldId="270"/>
        </pc:sldMkLst>
        <pc:graphicFrameChg chg="mod modGraphic">
          <ac:chgData name="성은비" userId="f6b7803e-7464-416b-8ff7-cf00c030232f" providerId="ADAL" clId="{8715E2DB-2718-42FB-AF69-0EF1825231D6}" dt="2025-02-17T04:48:50.518" v="10586"/>
          <ac:graphicFrameMkLst>
            <pc:docMk/>
            <pc:sldMk cId="3128830111" sldId="270"/>
            <ac:graphicFrameMk id="6" creationId="{07092A0A-D335-F4EF-7255-E43C96FF69B7}"/>
          </ac:graphicFrameMkLst>
        </pc:graphicFrameChg>
      </pc:sldChg>
      <pc:sldChg chg="addSp delSp modSp mod">
        <pc:chgData name="성은비" userId="f6b7803e-7464-416b-8ff7-cf00c030232f" providerId="ADAL" clId="{8715E2DB-2718-42FB-AF69-0EF1825231D6}" dt="2025-02-12T08:46:52.108" v="9408" actId="1037"/>
        <pc:sldMkLst>
          <pc:docMk/>
          <pc:sldMk cId="3124478559" sldId="271"/>
        </pc:sldMkLst>
        <pc:spChg chg="mod">
          <ac:chgData name="성은비" userId="f6b7803e-7464-416b-8ff7-cf00c030232f" providerId="ADAL" clId="{8715E2DB-2718-42FB-AF69-0EF1825231D6}" dt="2025-02-05T06:17:52.217" v="7593" actId="20577"/>
          <ac:spMkLst>
            <pc:docMk/>
            <pc:sldMk cId="3124478559" sldId="271"/>
            <ac:spMk id="4" creationId="{A3A65CB9-5B2A-D1C2-6328-1046069D9E30}"/>
          </ac:spMkLst>
        </pc:spChg>
        <pc:spChg chg="add mod">
          <ac:chgData name="성은비" userId="f6b7803e-7464-416b-8ff7-cf00c030232f" providerId="ADAL" clId="{8715E2DB-2718-42FB-AF69-0EF1825231D6}" dt="2025-02-12T08:10:12.401" v="8963" actId="1035"/>
          <ac:spMkLst>
            <pc:docMk/>
            <pc:sldMk cId="3124478559" sldId="271"/>
            <ac:spMk id="5" creationId="{F70A9C48-609F-3EE0-BA21-10C722D67221}"/>
          </ac:spMkLst>
        </pc:spChg>
        <pc:spChg chg="add mod">
          <ac:chgData name="성은비" userId="f6b7803e-7464-416b-8ff7-cf00c030232f" providerId="ADAL" clId="{8715E2DB-2718-42FB-AF69-0EF1825231D6}" dt="2025-02-12T08:03:56.179" v="8906" actId="14100"/>
          <ac:spMkLst>
            <pc:docMk/>
            <pc:sldMk cId="3124478559" sldId="271"/>
            <ac:spMk id="7" creationId="{34E60374-7E4C-586E-8B20-1E64B7C0D4CD}"/>
          </ac:spMkLst>
        </pc:spChg>
        <pc:spChg chg="add mod">
          <ac:chgData name="성은비" userId="f6b7803e-7464-416b-8ff7-cf00c030232f" providerId="ADAL" clId="{8715E2DB-2718-42FB-AF69-0EF1825231D6}" dt="2025-02-12T08:03:50.788" v="8904" actId="14100"/>
          <ac:spMkLst>
            <pc:docMk/>
            <pc:sldMk cId="3124478559" sldId="271"/>
            <ac:spMk id="8" creationId="{1B709713-FB17-A190-D8C7-5A52D44B70E1}"/>
          </ac:spMkLst>
        </pc:spChg>
        <pc:spChg chg="add mod">
          <ac:chgData name="성은비" userId="f6b7803e-7464-416b-8ff7-cf00c030232f" providerId="ADAL" clId="{8715E2DB-2718-42FB-AF69-0EF1825231D6}" dt="2025-02-12T08:09:44.465" v="8959" actId="1076"/>
          <ac:spMkLst>
            <pc:docMk/>
            <pc:sldMk cId="3124478559" sldId="271"/>
            <ac:spMk id="9" creationId="{05539EB4-8128-2E14-BC3D-302408BF8849}"/>
          </ac:spMkLst>
        </pc:spChg>
        <pc:spChg chg="add mod">
          <ac:chgData name="성은비" userId="f6b7803e-7464-416b-8ff7-cf00c030232f" providerId="ADAL" clId="{8715E2DB-2718-42FB-AF69-0EF1825231D6}" dt="2025-02-12T08:46:52.108" v="9408" actId="1037"/>
          <ac:spMkLst>
            <pc:docMk/>
            <pc:sldMk cId="3124478559" sldId="271"/>
            <ac:spMk id="11" creationId="{A1E15934-4A36-0065-97A9-348A51F0B6FD}"/>
          </ac:spMkLst>
        </pc:spChg>
        <pc:picChg chg="add mod ord">
          <ac:chgData name="성은비" userId="f6b7803e-7464-416b-8ff7-cf00c030232f" providerId="ADAL" clId="{8715E2DB-2718-42FB-AF69-0EF1825231D6}" dt="2025-02-12T08:38:55.325" v="9241" actId="1582"/>
          <ac:picMkLst>
            <pc:docMk/>
            <pc:sldMk cId="3124478559" sldId="271"/>
            <ac:picMk id="18" creationId="{8F0C9512-EA5C-A234-9999-1B2792A72085}"/>
          </ac:picMkLst>
        </pc:picChg>
      </pc:sldChg>
      <pc:sldChg chg="modSp mod">
        <pc:chgData name="성은비" userId="f6b7803e-7464-416b-8ff7-cf00c030232f" providerId="ADAL" clId="{8715E2DB-2718-42FB-AF69-0EF1825231D6}" dt="2025-02-17T04:49:08.519" v="10589" actId="20577"/>
        <pc:sldMkLst>
          <pc:docMk/>
          <pc:sldMk cId="949846610" sldId="275"/>
        </pc:sldMkLst>
        <pc:graphicFrameChg chg="mod modGraphic">
          <ac:chgData name="성은비" userId="f6b7803e-7464-416b-8ff7-cf00c030232f" providerId="ADAL" clId="{8715E2DB-2718-42FB-AF69-0EF1825231D6}" dt="2025-02-17T04:49:08.519" v="10589" actId="20577"/>
          <ac:graphicFrameMkLst>
            <pc:docMk/>
            <pc:sldMk cId="949846610" sldId="275"/>
            <ac:graphicFrameMk id="6" creationId="{DF486DAA-51A9-FDEF-1B32-49AAC921F87E}"/>
          </ac:graphicFrameMkLst>
        </pc:graphicFrameChg>
      </pc:sldChg>
      <pc:sldChg chg="modSp mod">
        <pc:chgData name="성은비" userId="f6b7803e-7464-416b-8ff7-cf00c030232f" providerId="ADAL" clId="{8715E2DB-2718-42FB-AF69-0EF1825231D6}" dt="2025-02-04T06:25:22.980" v="3188" actId="1076"/>
        <pc:sldMkLst>
          <pc:docMk/>
          <pc:sldMk cId="813090633" sldId="276"/>
        </pc:sldMkLst>
      </pc:sldChg>
      <pc:sldChg chg="addSp delSp modSp mod">
        <pc:chgData name="성은비" userId="f6b7803e-7464-416b-8ff7-cf00c030232f" providerId="ADAL" clId="{8715E2DB-2718-42FB-AF69-0EF1825231D6}" dt="2025-02-12T08:47:45.329" v="9445" actId="1076"/>
        <pc:sldMkLst>
          <pc:docMk/>
          <pc:sldMk cId="3419667920" sldId="277"/>
        </pc:sldMkLst>
        <pc:spChg chg="add mod">
          <ac:chgData name="성은비" userId="f6b7803e-7464-416b-8ff7-cf00c030232f" providerId="ADAL" clId="{8715E2DB-2718-42FB-AF69-0EF1825231D6}" dt="2025-02-12T08:13:22.177" v="9026" actId="14100"/>
          <ac:spMkLst>
            <pc:docMk/>
            <pc:sldMk cId="3419667920" sldId="277"/>
            <ac:spMk id="3" creationId="{0CF80F9B-7EC9-DD9A-3F2D-FA62C1183826}"/>
          </ac:spMkLst>
        </pc:spChg>
        <pc:spChg chg="add mod">
          <ac:chgData name="성은비" userId="f6b7803e-7464-416b-8ff7-cf00c030232f" providerId="ADAL" clId="{8715E2DB-2718-42FB-AF69-0EF1825231D6}" dt="2025-02-12T08:13:36.160" v="9030" actId="14100"/>
          <ac:spMkLst>
            <pc:docMk/>
            <pc:sldMk cId="3419667920" sldId="277"/>
            <ac:spMk id="6" creationId="{A7656C5F-5606-404D-0204-50F00887C56A}"/>
          </ac:spMkLst>
        </pc:spChg>
        <pc:spChg chg="add mod">
          <ac:chgData name="성은비" userId="f6b7803e-7464-416b-8ff7-cf00c030232f" providerId="ADAL" clId="{8715E2DB-2718-42FB-AF69-0EF1825231D6}" dt="2025-02-12T08:45:06.176" v="9328" actId="1076"/>
          <ac:spMkLst>
            <pc:docMk/>
            <pc:sldMk cId="3419667920" sldId="277"/>
            <ac:spMk id="10" creationId="{769A689F-47A7-AA8A-107A-ABC666423F04}"/>
          </ac:spMkLst>
        </pc:spChg>
        <pc:spChg chg="add mod">
          <ac:chgData name="성은비" userId="f6b7803e-7464-416b-8ff7-cf00c030232f" providerId="ADAL" clId="{8715E2DB-2718-42FB-AF69-0EF1825231D6}" dt="2025-02-12T08:45:19.222" v="9332" actId="1076"/>
          <ac:spMkLst>
            <pc:docMk/>
            <pc:sldMk cId="3419667920" sldId="277"/>
            <ac:spMk id="11" creationId="{B4B3AAD9-B81B-58EE-0566-F49F08EDA224}"/>
          </ac:spMkLst>
        </pc:spChg>
        <pc:spChg chg="add mod">
          <ac:chgData name="성은비" userId="f6b7803e-7464-416b-8ff7-cf00c030232f" providerId="ADAL" clId="{8715E2DB-2718-42FB-AF69-0EF1825231D6}" dt="2025-02-12T08:47:45.329" v="9445" actId="1076"/>
          <ac:spMkLst>
            <pc:docMk/>
            <pc:sldMk cId="3419667920" sldId="277"/>
            <ac:spMk id="12" creationId="{C79BC527-0054-9169-0BE3-B7371CFE4D0F}"/>
          </ac:spMkLst>
        </pc:spChg>
        <pc:picChg chg="mod">
          <ac:chgData name="성은비" userId="f6b7803e-7464-416b-8ff7-cf00c030232f" providerId="ADAL" clId="{8715E2DB-2718-42FB-AF69-0EF1825231D6}" dt="2025-02-12T08:39:16.046" v="9243" actId="1582"/>
          <ac:picMkLst>
            <pc:docMk/>
            <pc:sldMk cId="3419667920" sldId="277"/>
            <ac:picMk id="5" creationId="{2CCAB3C3-CF8B-8924-307C-F5C098CF8374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43:29.574" v="9294" actId="1076"/>
        <pc:sldMkLst>
          <pc:docMk/>
          <pc:sldMk cId="1337017060" sldId="278"/>
        </pc:sldMkLst>
        <pc:spChg chg="add mod">
          <ac:chgData name="성은비" userId="f6b7803e-7464-416b-8ff7-cf00c030232f" providerId="ADAL" clId="{8715E2DB-2718-42FB-AF69-0EF1825231D6}" dt="2025-02-12T08:43:29.574" v="9294" actId="1076"/>
          <ac:spMkLst>
            <pc:docMk/>
            <pc:sldMk cId="1337017060" sldId="278"/>
            <ac:spMk id="6" creationId="{5311E6FA-9CC9-316F-D91B-764D072DC68D}"/>
          </ac:spMkLst>
        </pc:spChg>
        <pc:picChg chg="add mod ord">
          <ac:chgData name="성은비" userId="f6b7803e-7464-416b-8ff7-cf00c030232f" providerId="ADAL" clId="{8715E2DB-2718-42FB-AF69-0EF1825231D6}" dt="2025-02-12T08:39:05.739" v="9242" actId="1582"/>
          <ac:picMkLst>
            <pc:docMk/>
            <pc:sldMk cId="1337017060" sldId="278"/>
            <ac:picMk id="8" creationId="{E702814E-BA93-BE4C-C034-918FD5398EF5}"/>
          </ac:picMkLst>
        </pc:picChg>
      </pc:sldChg>
      <pc:sldChg chg="delSp modSp add mod">
        <pc:chgData name="성은비" userId="f6b7803e-7464-416b-8ff7-cf00c030232f" providerId="ADAL" clId="{8715E2DB-2718-42FB-AF69-0EF1825231D6}" dt="2025-02-03T05:07:27.347" v="11" actId="478"/>
        <pc:sldMkLst>
          <pc:docMk/>
          <pc:sldMk cId="1129802947" sldId="279"/>
        </pc:sldMkLst>
      </pc:sldChg>
      <pc:sldChg chg="modSp add mod">
        <pc:chgData name="성은비" userId="f6b7803e-7464-416b-8ff7-cf00c030232f" providerId="ADAL" clId="{8715E2DB-2718-42FB-AF69-0EF1825231D6}" dt="2025-02-03T05:07:37.376" v="30" actId="20577"/>
        <pc:sldMkLst>
          <pc:docMk/>
          <pc:sldMk cId="2664584966" sldId="280"/>
        </pc:sldMkLst>
      </pc:sldChg>
      <pc:sldChg chg="addSp delSp modSp add mod">
        <pc:chgData name="성은비" userId="f6b7803e-7464-416b-8ff7-cf00c030232f" providerId="ADAL" clId="{8715E2DB-2718-42FB-AF69-0EF1825231D6}" dt="2025-02-12T08:44:09.696" v="9314" actId="1035"/>
        <pc:sldMkLst>
          <pc:docMk/>
          <pc:sldMk cId="2614586274" sldId="281"/>
        </pc:sldMkLst>
      </pc:sldChg>
      <pc:sldChg chg="addSp delSp modSp add mod">
        <pc:chgData name="성은비" userId="f6b7803e-7464-416b-8ff7-cf00c030232f" providerId="ADAL" clId="{8715E2DB-2718-42FB-AF69-0EF1825231D6}" dt="2025-02-12T08:43:05.157" v="9291" actId="1076"/>
        <pc:sldMkLst>
          <pc:docMk/>
          <pc:sldMk cId="2491551239" sldId="282"/>
        </pc:sldMkLst>
        <pc:spChg chg="add mod">
          <ac:chgData name="성은비" userId="f6b7803e-7464-416b-8ff7-cf00c030232f" providerId="ADAL" clId="{8715E2DB-2718-42FB-AF69-0EF1825231D6}" dt="2025-02-12T08:41:48.220" v="9268" actId="1076"/>
          <ac:spMkLst>
            <pc:docMk/>
            <pc:sldMk cId="2491551239" sldId="282"/>
            <ac:spMk id="3" creationId="{A2271EE1-A6FB-3B90-A7CB-07E25F8AB6BC}"/>
          </ac:spMkLst>
        </pc:spChg>
        <pc:spChg chg="mod">
          <ac:chgData name="성은비" userId="f6b7803e-7464-416b-8ff7-cf00c030232f" providerId="ADAL" clId="{8715E2DB-2718-42FB-AF69-0EF1825231D6}" dt="2025-02-03T05:07:53.342" v="53" actId="20577"/>
          <ac:spMkLst>
            <pc:docMk/>
            <pc:sldMk cId="2491551239" sldId="282"/>
            <ac:spMk id="4" creationId="{F8351C67-C089-969E-23DD-E7E6617F885B}"/>
          </ac:spMkLst>
        </pc:spChg>
        <pc:spChg chg="mod">
          <ac:chgData name="성은비" userId="f6b7803e-7464-416b-8ff7-cf00c030232f" providerId="ADAL" clId="{8715E2DB-2718-42FB-AF69-0EF1825231D6}" dt="2025-02-12T08:40:45.409" v="9261" actId="1037"/>
          <ac:spMkLst>
            <pc:docMk/>
            <pc:sldMk cId="2491551239" sldId="282"/>
            <ac:spMk id="9" creationId="{24819CD0-8055-34A3-FC77-63FF4709E513}"/>
          </ac:spMkLst>
        </pc:spChg>
        <pc:spChg chg="mod">
          <ac:chgData name="성은비" userId="f6b7803e-7464-416b-8ff7-cf00c030232f" providerId="ADAL" clId="{8715E2DB-2718-42FB-AF69-0EF1825231D6}" dt="2025-02-12T08:40:31.953" v="9257" actId="14100"/>
          <ac:spMkLst>
            <pc:docMk/>
            <pc:sldMk cId="2491551239" sldId="282"/>
            <ac:spMk id="10" creationId="{C33ABF11-1B65-0EC5-8252-2FD91DCCA066}"/>
          </ac:spMkLst>
        </pc:spChg>
        <pc:spChg chg="add mod">
          <ac:chgData name="성은비" userId="f6b7803e-7464-416b-8ff7-cf00c030232f" providerId="ADAL" clId="{8715E2DB-2718-42FB-AF69-0EF1825231D6}" dt="2025-02-12T08:42:12.218" v="9274" actId="1076"/>
          <ac:spMkLst>
            <pc:docMk/>
            <pc:sldMk cId="2491551239" sldId="282"/>
            <ac:spMk id="11" creationId="{7DDADB71-68B8-D9BF-CE5B-4F0C839A6A5B}"/>
          </ac:spMkLst>
        </pc:spChg>
        <pc:spChg chg="add mod">
          <ac:chgData name="성은비" userId="f6b7803e-7464-416b-8ff7-cf00c030232f" providerId="ADAL" clId="{8715E2DB-2718-42FB-AF69-0EF1825231D6}" dt="2025-02-12T08:42:50.346" v="9288" actId="1036"/>
          <ac:spMkLst>
            <pc:docMk/>
            <pc:sldMk cId="2491551239" sldId="282"/>
            <ac:spMk id="13" creationId="{523CC95E-4F51-E385-F893-63CF65D30BAE}"/>
          </ac:spMkLst>
        </pc:spChg>
        <pc:spChg chg="add mod">
          <ac:chgData name="성은비" userId="f6b7803e-7464-416b-8ff7-cf00c030232f" providerId="ADAL" clId="{8715E2DB-2718-42FB-AF69-0EF1825231D6}" dt="2025-02-12T08:43:05.157" v="9291" actId="1076"/>
          <ac:spMkLst>
            <pc:docMk/>
            <pc:sldMk cId="2491551239" sldId="282"/>
            <ac:spMk id="14" creationId="{2C6381A2-2888-DE86-4060-298D1EF384FF}"/>
          </ac:spMkLst>
        </pc:spChg>
        <pc:picChg chg="add mod ord">
          <ac:chgData name="성은비" userId="f6b7803e-7464-416b-8ff7-cf00c030232f" providerId="ADAL" clId="{8715E2DB-2718-42FB-AF69-0EF1825231D6}" dt="2025-02-12T08:40:22.406" v="9255" actId="1076"/>
          <ac:picMkLst>
            <pc:docMk/>
            <pc:sldMk cId="2491551239" sldId="282"/>
            <ac:picMk id="8" creationId="{FE6C28A2-EBDF-5CA2-1FF1-3E6B0CBCA4A9}"/>
          </ac:picMkLst>
        </pc:picChg>
      </pc:sldChg>
      <pc:sldChg chg="addSp delSp modSp add mod">
        <pc:chgData name="성은비" userId="f6b7803e-7464-416b-8ff7-cf00c030232f" providerId="ADAL" clId="{8715E2DB-2718-42FB-AF69-0EF1825231D6}" dt="2025-02-13T00:23:54.760" v="9815"/>
        <pc:sldMkLst>
          <pc:docMk/>
          <pc:sldMk cId="2289930131" sldId="283"/>
        </pc:sldMkLst>
      </pc:sldChg>
      <pc:sldChg chg="addSp delSp modSp mod">
        <pc:chgData name="성은비" userId="f6b7803e-7464-416b-8ff7-cf00c030232f" providerId="ADAL" clId="{8715E2DB-2718-42FB-AF69-0EF1825231D6}" dt="2025-02-12T08:56:22.151" v="9604" actId="1076"/>
        <pc:sldMkLst>
          <pc:docMk/>
          <pc:sldMk cId="3673458358" sldId="284"/>
        </pc:sldMkLst>
      </pc:sldChg>
      <pc:sldChg chg="addSp delSp modSp mod">
        <pc:chgData name="성은비" userId="f6b7803e-7464-416b-8ff7-cf00c030232f" providerId="ADAL" clId="{8715E2DB-2718-42FB-AF69-0EF1825231D6}" dt="2025-02-12T08:50:58.105" v="9563" actId="1582"/>
        <pc:sldMkLst>
          <pc:docMk/>
          <pc:sldMk cId="366579551" sldId="285"/>
        </pc:sldMkLst>
      </pc:sldChg>
      <pc:sldChg chg="delSp modSp add del mod">
        <pc:chgData name="성은비" userId="f6b7803e-7464-416b-8ff7-cf00c030232f" providerId="ADAL" clId="{8715E2DB-2718-42FB-AF69-0EF1825231D6}" dt="2025-02-05T06:26:21.985" v="7631" actId="2696"/>
        <pc:sldMkLst>
          <pc:docMk/>
          <pc:sldMk cId="1806015331" sldId="286"/>
        </pc:sldMkLst>
      </pc:sldChg>
      <pc:sldChg chg="del">
        <pc:chgData name="성은비" userId="f6b7803e-7464-416b-8ff7-cf00c030232f" providerId="ADAL" clId="{8715E2DB-2718-42FB-AF69-0EF1825231D6}" dt="2025-02-03T07:26:45.511" v="225" actId="2696"/>
        <pc:sldMkLst>
          <pc:docMk/>
          <pc:sldMk cId="1971613201" sldId="286"/>
        </pc:sldMkLst>
      </pc:sldChg>
      <pc:sldChg chg="modSp del mod">
        <pc:chgData name="성은비" userId="f6b7803e-7464-416b-8ff7-cf00c030232f" providerId="ADAL" clId="{8715E2DB-2718-42FB-AF69-0EF1825231D6}" dt="2025-02-04T05:51:57.045" v="1669" actId="2696"/>
        <pc:sldMkLst>
          <pc:docMk/>
          <pc:sldMk cId="3576129551" sldId="287"/>
        </pc:sldMkLst>
      </pc:sldChg>
      <pc:sldChg chg="modSp del mod">
        <pc:chgData name="성은비" userId="f6b7803e-7464-416b-8ff7-cf00c030232f" providerId="ADAL" clId="{8715E2DB-2718-42FB-AF69-0EF1825231D6}" dt="2025-02-04T05:59:22.463" v="2289" actId="2696"/>
        <pc:sldMkLst>
          <pc:docMk/>
          <pc:sldMk cId="1454510348" sldId="288"/>
        </pc:sldMkLst>
      </pc:sldChg>
      <pc:sldChg chg="del">
        <pc:chgData name="성은비" userId="f6b7803e-7464-416b-8ff7-cf00c030232f" providerId="ADAL" clId="{8715E2DB-2718-42FB-AF69-0EF1825231D6}" dt="2025-02-04T06:06:19.995" v="3108" actId="2696"/>
        <pc:sldMkLst>
          <pc:docMk/>
          <pc:sldMk cId="2583766441" sldId="289"/>
        </pc:sldMkLst>
      </pc:sldChg>
      <pc:sldChg chg="addSp delSp modSp mod">
        <pc:chgData name="성은비" userId="f6b7803e-7464-416b-8ff7-cf00c030232f" providerId="ADAL" clId="{8715E2DB-2718-42FB-AF69-0EF1825231D6}" dt="2025-02-12T08:47:53.644" v="9447" actId="1035"/>
        <pc:sldMkLst>
          <pc:docMk/>
          <pc:sldMk cId="1802024191" sldId="290"/>
        </pc:sldMkLst>
      </pc:sldChg>
      <pc:sldChg chg="addSp delSp modSp mod">
        <pc:chgData name="성은비" userId="f6b7803e-7464-416b-8ff7-cf00c030232f" providerId="ADAL" clId="{8715E2DB-2718-42FB-AF69-0EF1825231D6}" dt="2025-02-12T08:43:51.241" v="9305" actId="1035"/>
        <pc:sldMkLst>
          <pc:docMk/>
          <pc:sldMk cId="1892921431" sldId="291"/>
        </pc:sldMkLst>
        <pc:spChg chg="mod">
          <ac:chgData name="성은비" userId="f6b7803e-7464-416b-8ff7-cf00c030232f" providerId="ADAL" clId="{8715E2DB-2718-42FB-AF69-0EF1825231D6}" dt="2025-02-04T05:37:51.662" v="365" actId="20577"/>
          <ac:spMkLst>
            <pc:docMk/>
            <pc:sldMk cId="1892921431" sldId="291"/>
            <ac:spMk id="4" creationId="{EFCC9F17-46BC-5BC5-DCD1-8D150E858478}"/>
          </ac:spMkLst>
        </pc:spChg>
        <pc:spChg chg="add mod">
          <ac:chgData name="성은비" userId="f6b7803e-7464-416b-8ff7-cf00c030232f" providerId="ADAL" clId="{8715E2DB-2718-42FB-AF69-0EF1825231D6}" dt="2025-02-12T08:43:51.241" v="9305" actId="1035"/>
          <ac:spMkLst>
            <pc:docMk/>
            <pc:sldMk cId="1892921431" sldId="291"/>
            <ac:spMk id="5" creationId="{20843DF3-06CE-CD85-D6E1-5E715E498D6A}"/>
          </ac:spMkLst>
        </pc:spChg>
        <pc:picChg chg="add mod ord">
          <ac:chgData name="성은비" userId="f6b7803e-7464-416b-8ff7-cf00c030232f" providerId="ADAL" clId="{8715E2DB-2718-42FB-AF69-0EF1825231D6}" dt="2025-02-12T08:39:34.345" v="9245" actId="1582"/>
          <ac:picMkLst>
            <pc:docMk/>
            <pc:sldMk cId="1892921431" sldId="291"/>
            <ac:picMk id="8" creationId="{D152ED7D-BA45-E2EA-6225-5F02ABE5CEE0}"/>
          </ac:picMkLst>
        </pc:picChg>
      </pc:sldChg>
      <pc:sldChg chg="addSp delSp modSp mod">
        <pc:chgData name="성은비" userId="f6b7803e-7464-416b-8ff7-cf00c030232f" providerId="ADAL" clId="{8715E2DB-2718-42FB-AF69-0EF1825231D6}" dt="2025-02-12T08:43:59.014" v="9308" actId="1076"/>
        <pc:sldMkLst>
          <pc:docMk/>
          <pc:sldMk cId="1871779637" sldId="292"/>
        </pc:sldMkLst>
      </pc:sldChg>
      <pc:sldChg chg="addSp delSp modSp mod">
        <pc:chgData name="성은비" userId="f6b7803e-7464-416b-8ff7-cf00c030232f" providerId="ADAL" clId="{8715E2DB-2718-42FB-AF69-0EF1825231D6}" dt="2025-02-12T08:48:11.216" v="9463" actId="1036"/>
        <pc:sldMkLst>
          <pc:docMk/>
          <pc:sldMk cId="2747230681" sldId="293"/>
        </pc:sldMkLst>
        <pc:spChg chg="mod">
          <ac:chgData name="성은비" userId="f6b7803e-7464-416b-8ff7-cf00c030232f" providerId="ADAL" clId="{8715E2DB-2718-42FB-AF69-0EF1825231D6}" dt="2025-02-04T05:38:04.964" v="384" actId="20577"/>
          <ac:spMkLst>
            <pc:docMk/>
            <pc:sldMk cId="2747230681" sldId="293"/>
            <ac:spMk id="4" creationId="{74B95882-9D34-C5AC-A43D-4B090E9BFAF1}"/>
          </ac:spMkLst>
        </pc:spChg>
        <pc:spChg chg="add mod">
          <ac:chgData name="성은비" userId="f6b7803e-7464-416b-8ff7-cf00c030232f" providerId="ADAL" clId="{8715E2DB-2718-42FB-AF69-0EF1825231D6}" dt="2025-02-12T08:48:11.216" v="9463" actId="1036"/>
          <ac:spMkLst>
            <pc:docMk/>
            <pc:sldMk cId="2747230681" sldId="293"/>
            <ac:spMk id="5" creationId="{AC85CC77-114D-3162-ED7B-602688E2C1A9}"/>
          </ac:spMkLst>
        </pc:spChg>
        <pc:picChg chg="mod">
          <ac:chgData name="성은비" userId="f6b7803e-7464-416b-8ff7-cf00c030232f" providerId="ADAL" clId="{8715E2DB-2718-42FB-AF69-0EF1825231D6}" dt="2025-02-12T08:39:46.112" v="9247" actId="1582"/>
          <ac:picMkLst>
            <pc:docMk/>
            <pc:sldMk cId="2747230681" sldId="293"/>
            <ac:picMk id="9" creationId="{61584EE3-F23C-4B94-35A0-F58B7A3111D9}"/>
          </ac:picMkLst>
        </pc:picChg>
      </pc:sldChg>
      <pc:sldChg chg="modSp add mod modNotesTx">
        <pc:chgData name="성은비" userId="f6b7803e-7464-416b-8ff7-cf00c030232f" providerId="ADAL" clId="{8715E2DB-2718-42FB-AF69-0EF1825231D6}" dt="2025-02-17T04:48:47.741" v="10585"/>
        <pc:sldMkLst>
          <pc:docMk/>
          <pc:sldMk cId="183522235" sldId="294"/>
        </pc:sldMkLst>
      </pc:sldChg>
      <pc:sldChg chg="modSp add mod">
        <pc:chgData name="성은비" userId="f6b7803e-7464-416b-8ff7-cf00c030232f" providerId="ADAL" clId="{8715E2DB-2718-42FB-AF69-0EF1825231D6}" dt="2025-02-17T04:48:26.104" v="10583" actId="2710"/>
        <pc:sldMkLst>
          <pc:docMk/>
          <pc:sldMk cId="3269657166" sldId="295"/>
        </pc:sldMkLst>
        <pc:graphicFrameChg chg="mod modGraphic">
          <ac:chgData name="성은비" userId="f6b7803e-7464-416b-8ff7-cf00c030232f" providerId="ADAL" clId="{8715E2DB-2718-42FB-AF69-0EF1825231D6}" dt="2025-02-17T04:48:26.104" v="10583" actId="2710"/>
          <ac:graphicFrameMkLst>
            <pc:docMk/>
            <pc:sldMk cId="3269657166" sldId="295"/>
            <ac:graphicFrameMk id="6" creationId="{6672D399-8CBC-C2A5-2D19-84DE21C362E9}"/>
          </ac:graphicFrameMkLst>
        </pc:graphicFrameChg>
      </pc:sldChg>
      <pc:sldChg chg="modSp add mod">
        <pc:chgData name="성은비" userId="f6b7803e-7464-416b-8ff7-cf00c030232f" providerId="ADAL" clId="{8715E2DB-2718-42FB-AF69-0EF1825231D6}" dt="2025-02-17T04:53:42.628" v="10658" actId="20577"/>
        <pc:sldMkLst>
          <pc:docMk/>
          <pc:sldMk cId="1046709086" sldId="296"/>
        </pc:sldMkLst>
        <pc:graphicFrameChg chg="mod modGraphic">
          <ac:chgData name="성은비" userId="f6b7803e-7464-416b-8ff7-cf00c030232f" providerId="ADAL" clId="{8715E2DB-2718-42FB-AF69-0EF1825231D6}" dt="2025-02-17T04:53:42.628" v="10658" actId="20577"/>
          <ac:graphicFrameMkLst>
            <pc:docMk/>
            <pc:sldMk cId="1046709086" sldId="296"/>
            <ac:graphicFrameMk id="6" creationId="{2099D008-536C-3F6F-8367-9AB42F83A9D6}"/>
          </ac:graphicFrameMkLst>
        </pc:graphicFrameChg>
      </pc:sldChg>
      <pc:sldChg chg="modSp add del mod">
        <pc:chgData name="성은비" userId="f6b7803e-7464-416b-8ff7-cf00c030232f" providerId="ADAL" clId="{8715E2DB-2718-42FB-AF69-0EF1825231D6}" dt="2025-02-05T06:17:49.197" v="7589" actId="2696"/>
        <pc:sldMkLst>
          <pc:docMk/>
          <pc:sldMk cId="2728197848" sldId="297"/>
        </pc:sldMkLst>
      </pc:sldChg>
      <pc:sldChg chg="addSp delSp modSp add mod">
        <pc:chgData name="성은비" userId="f6b7803e-7464-416b-8ff7-cf00c030232f" providerId="ADAL" clId="{8715E2DB-2718-42FB-AF69-0EF1825231D6}" dt="2025-02-12T08:49:17.445" v="9550" actId="1076"/>
        <pc:sldMkLst>
          <pc:docMk/>
          <pc:sldMk cId="1143882117" sldId="298"/>
        </pc:sldMkLst>
        <pc:spChg chg="mod">
          <ac:chgData name="성은비" userId="f6b7803e-7464-416b-8ff7-cf00c030232f" providerId="ADAL" clId="{8715E2DB-2718-42FB-AF69-0EF1825231D6}" dt="2025-02-04T08:00:13.431" v="6015" actId="20577"/>
          <ac:spMkLst>
            <pc:docMk/>
            <pc:sldMk cId="1143882117" sldId="298"/>
            <ac:spMk id="4" creationId="{9A9CB9F7-3ABE-8EEE-EEF6-65822012AC83}"/>
          </ac:spMkLst>
        </pc:spChg>
        <pc:spChg chg="add mod">
          <ac:chgData name="성은비" userId="f6b7803e-7464-416b-8ff7-cf00c030232f" providerId="ADAL" clId="{8715E2DB-2718-42FB-AF69-0EF1825231D6}" dt="2025-02-12T08:49:10.640" v="9549" actId="1036"/>
          <ac:spMkLst>
            <pc:docMk/>
            <pc:sldMk cId="1143882117" sldId="298"/>
            <ac:spMk id="7" creationId="{6B6155DE-F215-A1FC-373C-84BBEA5DC0D6}"/>
          </ac:spMkLst>
        </pc:spChg>
        <pc:spChg chg="add mod">
          <ac:chgData name="성은비" userId="f6b7803e-7464-416b-8ff7-cf00c030232f" providerId="ADAL" clId="{8715E2DB-2718-42FB-AF69-0EF1825231D6}" dt="2025-02-12T08:49:09.287" v="9548" actId="1036"/>
          <ac:spMkLst>
            <pc:docMk/>
            <pc:sldMk cId="1143882117" sldId="298"/>
            <ac:spMk id="8" creationId="{60D6E2C0-F3C1-9F37-1C43-C09495CA10E7}"/>
          </ac:spMkLst>
        </pc:spChg>
        <pc:spChg chg="add mod">
          <ac:chgData name="성은비" userId="f6b7803e-7464-416b-8ff7-cf00c030232f" providerId="ADAL" clId="{8715E2DB-2718-42FB-AF69-0EF1825231D6}" dt="2025-02-12T08:49:17.445" v="9550" actId="1076"/>
          <ac:spMkLst>
            <pc:docMk/>
            <pc:sldMk cId="1143882117" sldId="298"/>
            <ac:spMk id="10" creationId="{B627E196-B85B-F388-ADF4-C904EBF0AB9A}"/>
          </ac:spMkLst>
        </pc:spChg>
        <pc:picChg chg="mod">
          <ac:chgData name="성은비" userId="f6b7803e-7464-416b-8ff7-cf00c030232f" providerId="ADAL" clId="{8715E2DB-2718-42FB-AF69-0EF1825231D6}" dt="2025-02-12T08:39:57.002" v="9249" actId="1582"/>
          <ac:picMkLst>
            <pc:docMk/>
            <pc:sldMk cId="1143882117" sldId="298"/>
            <ac:picMk id="19" creationId="{F3CF6B32-A454-CCAD-6A0B-7019DEC547A4}"/>
          </ac:picMkLst>
        </pc:picChg>
      </pc:sldChg>
      <pc:sldChg chg="modSp mod">
        <pc:chgData name="성은비" userId="f6b7803e-7464-416b-8ff7-cf00c030232f" providerId="ADAL" clId="{8715E2DB-2718-42FB-AF69-0EF1825231D6}" dt="2025-02-17T04:51:19.537" v="10597" actId="20577"/>
        <pc:sldMkLst>
          <pc:docMk/>
          <pc:sldMk cId="3552787789" sldId="299"/>
        </pc:sldMkLst>
      </pc:sldChg>
      <pc:sldChg chg="modSp add del mod">
        <pc:chgData name="성은비" userId="f6b7803e-7464-416b-8ff7-cf00c030232f" providerId="ADAL" clId="{8715E2DB-2718-42FB-AF69-0EF1825231D6}" dt="2025-02-05T08:02:55.422" v="8353" actId="2696"/>
        <pc:sldMkLst>
          <pc:docMk/>
          <pc:sldMk cId="104421596" sldId="300"/>
        </pc:sldMkLst>
      </pc:sldChg>
      <pc:sldChg chg="addSp delSp modSp mod">
        <pc:chgData name="성은비" userId="f6b7803e-7464-416b-8ff7-cf00c030232f" providerId="ADAL" clId="{8715E2DB-2718-42FB-AF69-0EF1825231D6}" dt="2025-02-06T00:47:30.229" v="8875" actId="20577"/>
        <pc:sldMkLst>
          <pc:docMk/>
          <pc:sldMk cId="3105591382" sldId="300"/>
        </pc:sldMkLst>
        <pc:spChg chg="mod">
          <ac:chgData name="성은비" userId="f6b7803e-7464-416b-8ff7-cf00c030232f" providerId="ADAL" clId="{8715E2DB-2718-42FB-AF69-0EF1825231D6}" dt="2025-02-06T00:18:24.085" v="8842" actId="1076"/>
          <ac:spMkLst>
            <pc:docMk/>
            <pc:sldMk cId="3105591382" sldId="300"/>
            <ac:spMk id="19" creationId="{28826575-4A62-1909-DBE7-1B91C26B82E2}"/>
          </ac:spMkLst>
        </pc:spChg>
        <pc:spChg chg="mod">
          <ac:chgData name="성은비" userId="f6b7803e-7464-416b-8ff7-cf00c030232f" providerId="ADAL" clId="{8715E2DB-2718-42FB-AF69-0EF1825231D6}" dt="2025-02-06T00:17:25.046" v="8837" actId="165"/>
          <ac:spMkLst>
            <pc:docMk/>
            <pc:sldMk cId="3105591382" sldId="300"/>
            <ac:spMk id="21" creationId="{657B73E8-F893-9AD6-2C24-25B2622A9347}"/>
          </ac:spMkLst>
        </pc:spChg>
        <pc:spChg chg="mod">
          <ac:chgData name="성은비" userId="f6b7803e-7464-416b-8ff7-cf00c030232f" providerId="ADAL" clId="{8715E2DB-2718-42FB-AF69-0EF1825231D6}" dt="2025-02-06T00:16:34.495" v="8830" actId="255"/>
          <ac:spMkLst>
            <pc:docMk/>
            <pc:sldMk cId="3105591382" sldId="300"/>
            <ac:spMk id="23" creationId="{0F87FD8B-FF75-0910-8C36-674157B15878}"/>
          </ac:spMkLst>
        </pc:spChg>
        <pc:spChg chg="mod">
          <ac:chgData name="성은비" userId="f6b7803e-7464-416b-8ff7-cf00c030232f" providerId="ADAL" clId="{8715E2DB-2718-42FB-AF69-0EF1825231D6}" dt="2025-02-06T00:46:27.978" v="8862" actId="1038"/>
          <ac:spMkLst>
            <pc:docMk/>
            <pc:sldMk cId="3105591382" sldId="300"/>
            <ac:spMk id="33" creationId="{235191B6-A24A-AD94-E7B8-E7320DC85060}"/>
          </ac:spMkLst>
        </pc:spChg>
        <pc:spChg chg="mod">
          <ac:chgData name="성은비" userId="f6b7803e-7464-416b-8ff7-cf00c030232f" providerId="ADAL" clId="{8715E2DB-2718-42FB-AF69-0EF1825231D6}" dt="2025-02-06T00:47:30.229" v="8875" actId="20577"/>
          <ac:spMkLst>
            <pc:docMk/>
            <pc:sldMk cId="3105591382" sldId="300"/>
            <ac:spMk id="39" creationId="{BCE50055-33E6-E49B-9836-F8FABA433941}"/>
          </ac:spMkLst>
        </pc:spChg>
        <pc:spChg chg="mod topLvl">
          <ac:chgData name="성은비" userId="f6b7803e-7464-416b-8ff7-cf00c030232f" providerId="ADAL" clId="{8715E2DB-2718-42FB-AF69-0EF1825231D6}" dt="2025-02-06T00:46:27.978" v="8862" actId="1038"/>
          <ac:spMkLst>
            <pc:docMk/>
            <pc:sldMk cId="3105591382" sldId="300"/>
            <ac:spMk id="48" creationId="{78F83C8B-9CFF-7220-AE2B-DF06AD22D492}"/>
          </ac:spMkLst>
        </pc:spChg>
        <pc:spChg chg="mod">
          <ac:chgData name="성은비" userId="f6b7803e-7464-416b-8ff7-cf00c030232f" providerId="ADAL" clId="{8715E2DB-2718-42FB-AF69-0EF1825231D6}" dt="2025-02-06T00:46:27.978" v="8862" actId="1038"/>
          <ac:spMkLst>
            <pc:docMk/>
            <pc:sldMk cId="3105591382" sldId="300"/>
            <ac:spMk id="53" creationId="{BB694931-A3A5-604B-E5EC-B1AD0059F456}"/>
          </ac:spMkLst>
        </pc:spChg>
        <pc:spChg chg="mod">
          <ac:chgData name="성은비" userId="f6b7803e-7464-416b-8ff7-cf00c030232f" providerId="ADAL" clId="{8715E2DB-2718-42FB-AF69-0EF1825231D6}" dt="2025-02-06T00:46:27.978" v="8862" actId="1038"/>
          <ac:spMkLst>
            <pc:docMk/>
            <pc:sldMk cId="3105591382" sldId="300"/>
            <ac:spMk id="88" creationId="{E098B8F1-0DD7-E4F6-A6D8-1525104CCCA5}"/>
          </ac:spMkLst>
        </pc:spChg>
        <pc:grpChg chg="mod">
          <ac:chgData name="성은비" userId="f6b7803e-7464-416b-8ff7-cf00c030232f" providerId="ADAL" clId="{8715E2DB-2718-42FB-AF69-0EF1825231D6}" dt="2025-02-06T00:46:42.884" v="8863" actId="1076"/>
          <ac:grpSpMkLst>
            <pc:docMk/>
            <pc:sldMk cId="3105591382" sldId="300"/>
            <ac:grpSpMk id="16" creationId="{C113AF45-C34F-D4AD-FDCE-21ACCC26A0EB}"/>
          </ac:grpSpMkLst>
        </pc:grpChg>
        <pc:grpChg chg="mod">
          <ac:chgData name="성은비" userId="f6b7803e-7464-416b-8ff7-cf00c030232f" providerId="ADAL" clId="{8715E2DB-2718-42FB-AF69-0EF1825231D6}" dt="2025-02-06T00:46:27.978" v="8862" actId="1038"/>
          <ac:grpSpMkLst>
            <pc:docMk/>
            <pc:sldMk cId="3105591382" sldId="300"/>
            <ac:grpSpMk id="29" creationId="{2577107D-3A06-E4E4-D056-380A07968F87}"/>
          </ac:grpSpMkLst>
        </pc:grpChg>
        <pc:grpChg chg="mod">
          <ac:chgData name="성은비" userId="f6b7803e-7464-416b-8ff7-cf00c030232f" providerId="ADAL" clId="{8715E2DB-2718-42FB-AF69-0EF1825231D6}" dt="2025-02-06T00:46:27.978" v="8862" actId="1038"/>
          <ac:grpSpMkLst>
            <pc:docMk/>
            <pc:sldMk cId="3105591382" sldId="300"/>
            <ac:grpSpMk id="30" creationId="{ABEEF269-E9E0-E070-9D0B-907E3E077C88}"/>
          </ac:grpSpMkLst>
        </pc:grpChg>
        <pc:grpChg chg="mod">
          <ac:chgData name="성은비" userId="f6b7803e-7464-416b-8ff7-cf00c030232f" providerId="ADAL" clId="{8715E2DB-2718-42FB-AF69-0EF1825231D6}" dt="2025-02-06T00:46:27.978" v="8862" actId="1038"/>
          <ac:grpSpMkLst>
            <pc:docMk/>
            <pc:sldMk cId="3105591382" sldId="300"/>
            <ac:grpSpMk id="54" creationId="{1034FF19-B058-5585-F381-2B8F79E58BBE}"/>
          </ac:grpSpMkLst>
        </pc:grpChg>
        <pc:grpChg chg="mod">
          <ac:chgData name="성은비" userId="f6b7803e-7464-416b-8ff7-cf00c030232f" providerId="ADAL" clId="{8715E2DB-2718-42FB-AF69-0EF1825231D6}" dt="2025-02-06T00:46:27.978" v="8862" actId="1038"/>
          <ac:grpSpMkLst>
            <pc:docMk/>
            <pc:sldMk cId="3105591382" sldId="300"/>
            <ac:grpSpMk id="74" creationId="{48927A88-A55F-6799-286E-E1E840CAE3CF}"/>
          </ac:grpSpMkLst>
        </pc:grpChg>
        <pc:picChg chg="mod">
          <ac:chgData name="성은비" userId="f6b7803e-7464-416b-8ff7-cf00c030232f" providerId="ADAL" clId="{8715E2DB-2718-42FB-AF69-0EF1825231D6}" dt="2025-02-06T00:46:27.978" v="8862" actId="1038"/>
          <ac:picMkLst>
            <pc:docMk/>
            <pc:sldMk cId="3105591382" sldId="300"/>
            <ac:picMk id="8" creationId="{15AE288F-7E81-FF78-A72A-981311E1AC2A}"/>
          </ac:picMkLst>
        </pc:picChg>
        <pc:picChg chg="mod">
          <ac:chgData name="성은비" userId="f6b7803e-7464-416b-8ff7-cf00c030232f" providerId="ADAL" clId="{8715E2DB-2718-42FB-AF69-0EF1825231D6}" dt="2025-02-06T00:17:25.046" v="8837" actId="165"/>
          <ac:picMkLst>
            <pc:docMk/>
            <pc:sldMk cId="3105591382" sldId="300"/>
            <ac:picMk id="9" creationId="{9382A5F8-A846-3176-DCEF-C470BA3340D6}"/>
          </ac:picMkLst>
        </pc:picChg>
        <pc:picChg chg="mod">
          <ac:chgData name="성은비" userId="f6b7803e-7464-416b-8ff7-cf00c030232f" providerId="ADAL" clId="{8715E2DB-2718-42FB-AF69-0EF1825231D6}" dt="2025-02-06T00:46:58.274" v="8864" actId="1076"/>
          <ac:picMkLst>
            <pc:docMk/>
            <pc:sldMk cId="3105591382" sldId="300"/>
            <ac:picMk id="11" creationId="{35D161D4-3657-FB2A-5005-0D5E912CAA22}"/>
          </ac:picMkLst>
        </pc:picChg>
        <pc:picChg chg="mod">
          <ac:chgData name="성은비" userId="f6b7803e-7464-416b-8ff7-cf00c030232f" providerId="ADAL" clId="{8715E2DB-2718-42FB-AF69-0EF1825231D6}" dt="2025-02-06T00:17:25.046" v="8837" actId="165"/>
          <ac:picMkLst>
            <pc:docMk/>
            <pc:sldMk cId="3105591382" sldId="300"/>
            <ac:picMk id="14" creationId="{C1DE611D-4BDC-F480-AD06-D82B8698884C}"/>
          </ac:picMkLst>
        </pc:picChg>
        <pc:cxnChg chg="mod">
          <ac:chgData name="성은비" userId="f6b7803e-7464-416b-8ff7-cf00c030232f" providerId="ADAL" clId="{8715E2DB-2718-42FB-AF69-0EF1825231D6}" dt="2025-02-06T00:12:23.696" v="8785" actId="14100"/>
          <ac:cxnSpMkLst>
            <pc:docMk/>
            <pc:sldMk cId="3105591382" sldId="300"/>
            <ac:cxnSpMk id="82" creationId="{CE3C63AA-C5B7-11C7-82AB-F4373D002AF9}"/>
          </ac:cxnSpMkLst>
        </pc:cxnChg>
      </pc:sldChg>
      <pc:sldChg chg="modSp mod">
        <pc:chgData name="성은비" userId="f6b7803e-7464-416b-8ff7-cf00c030232f" providerId="ADAL" clId="{8715E2DB-2718-42FB-AF69-0EF1825231D6}" dt="2025-02-17T04:49:16.414" v="10590"/>
        <pc:sldMkLst>
          <pc:docMk/>
          <pc:sldMk cId="817520833" sldId="301"/>
        </pc:sldMkLst>
      </pc:sldChg>
      <pc:sldChg chg="modSp mod">
        <pc:chgData name="성은비" userId="f6b7803e-7464-416b-8ff7-cf00c030232f" providerId="ADAL" clId="{8715E2DB-2718-42FB-AF69-0EF1825231D6}" dt="2025-02-17T04:49:19.372" v="10591"/>
        <pc:sldMkLst>
          <pc:docMk/>
          <pc:sldMk cId="3091535432" sldId="302"/>
        </pc:sldMkLst>
      </pc:sldChg>
      <pc:sldChg chg="addSp delSp modSp mod">
        <pc:chgData name="성은비" userId="f6b7803e-7464-416b-8ff7-cf00c030232f" providerId="ADAL" clId="{8715E2DB-2718-42FB-AF69-0EF1825231D6}" dt="2025-02-13T00:26:01.194" v="9846" actId="1076"/>
        <pc:sldMkLst>
          <pc:docMk/>
          <pc:sldMk cId="1771153810" sldId="303"/>
        </pc:sldMkLst>
      </pc:sldChg>
      <pc:sldChg chg="addSp delSp modSp mod">
        <pc:chgData name="성은비" userId="f6b7803e-7464-416b-8ff7-cf00c030232f" providerId="ADAL" clId="{8715E2DB-2718-42FB-AF69-0EF1825231D6}" dt="2025-02-13T00:29:10.140" v="10018" actId="1035"/>
        <pc:sldMkLst>
          <pc:docMk/>
          <pc:sldMk cId="952872999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787B2-8968-4DBA-BFE9-4CE6581931A4}" type="datetimeFigureOut">
              <a:rPr lang="ko-KR" altLang="en-US" smtClean="0"/>
              <a:t>2025-02-26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5D52C-E63A-464E-AE85-8A2A122060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3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4ECB-9BE8-3564-22C4-75438072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D03FE-0B75-00CE-D757-27FF7EE5B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C72A7-2904-4B46-8294-ED61A54A8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5272A-04A4-A2E7-03DA-97C35DD5A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823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8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50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854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041D-DD64-F9FF-C230-30980510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5110AC-66FE-C413-CDDC-972295BDA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903978-63AD-9D33-0BAB-5283C65F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F4F803-D5E0-1874-996B-F3486B15A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00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EAA9-4FF4-EB94-8532-E2976357A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3CB60B-EA1E-EF02-381F-97E45E2F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943B7D-7448-643B-FBC3-B3006912C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2C4EC-81E7-515F-31EA-C40E5A55A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141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9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706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5D52C-E63A-464E-AE85-8A2A122060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60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DDED3-81C8-428F-B799-D2862376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F4B5D5-166C-75AF-71F9-19629CA4580B}"/>
              </a:ext>
            </a:extLst>
          </p:cNvPr>
          <p:cNvSpPr/>
          <p:nvPr userDrawn="1"/>
        </p:nvSpPr>
        <p:spPr>
          <a:xfrm>
            <a:off x="334682" y="328707"/>
            <a:ext cx="11510683" cy="618564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34">
            <a:extLst>
              <a:ext uri="{FF2B5EF4-FFF2-40B4-BE49-F238E27FC236}">
                <a16:creationId xmlns:a16="http://schemas.microsoft.com/office/drawing/2014/main" id="{1FC172DC-ADD5-E754-B7A1-6D2D5F88B4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93398" y="2054639"/>
            <a:ext cx="8623590" cy="668796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40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제목을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3" name="텍스트 개체 틀 34">
            <a:extLst>
              <a:ext uri="{FF2B5EF4-FFF2-40B4-BE49-F238E27FC236}">
                <a16:creationId xmlns:a16="http://schemas.microsoft.com/office/drawing/2014/main" id="{D33B8839-9022-3AEC-F0F5-89DAEF27A5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93398" y="2786029"/>
            <a:ext cx="8623590" cy="39588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소제목을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4" name="텍스트 개체 틀 34">
            <a:extLst>
              <a:ext uri="{FF2B5EF4-FFF2-40B4-BE49-F238E27FC236}">
                <a16:creationId xmlns:a16="http://schemas.microsoft.com/office/drawing/2014/main" id="{647A3DA5-B889-143B-4A6A-6AE23953F3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87644" y="4348485"/>
            <a:ext cx="2874683" cy="3958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2024.00.00</a:t>
            </a:r>
            <a:endParaRPr lang="ko-KR" altLang="en-US"/>
          </a:p>
        </p:txBody>
      </p:sp>
      <p:sp>
        <p:nvSpPr>
          <p:cNvPr id="15" name="텍스트 개체 틀 34">
            <a:extLst>
              <a:ext uri="{FF2B5EF4-FFF2-40B4-BE49-F238E27FC236}">
                <a16:creationId xmlns:a16="http://schemas.microsoft.com/office/drawing/2014/main" id="{53917263-1B28-F1A1-412A-5ED6840D2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87645" y="4806968"/>
            <a:ext cx="4308356" cy="395889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altLang="ko-KR"/>
              <a:t>MCSS</a:t>
            </a:r>
            <a:r>
              <a:rPr lang="ko-KR" altLang="en-US"/>
              <a:t>팀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A519724-54AC-84C8-7D18-EE487A403D92}"/>
              </a:ext>
            </a:extLst>
          </p:cNvPr>
          <p:cNvGrpSpPr/>
          <p:nvPr userDrawn="1"/>
        </p:nvGrpSpPr>
        <p:grpSpPr>
          <a:xfrm>
            <a:off x="1829258" y="1719275"/>
            <a:ext cx="2017988" cy="207229"/>
            <a:chOff x="3860704" y="523520"/>
            <a:chExt cx="2017988" cy="207229"/>
          </a:xfrm>
        </p:grpSpPr>
        <p:pic>
          <p:nvPicPr>
            <p:cNvPr id="17" name="그림 16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611306A9-02A2-AE5A-2EC3-F4CA6F71272C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19" name="그림 1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B6118E2F-0E05-78A5-382D-E729A8E0C8C1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419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기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730" y="693275"/>
            <a:ext cx="11522635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EAE9B48-FC14-A06C-B35A-41A2B4A14B4A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순서도: 연결자 1">
            <a:extLst>
              <a:ext uri="{FF2B5EF4-FFF2-40B4-BE49-F238E27FC236}">
                <a16:creationId xmlns:a16="http://schemas.microsoft.com/office/drawing/2014/main" id="{571AA015-7CB6-44C5-0EB7-EA96F4B09A52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78F4CA60-7C83-C005-417B-360A3C63508C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텍스트 개체 틀 34">
            <a:extLst>
              <a:ext uri="{FF2B5EF4-FFF2-40B4-BE49-F238E27FC236}">
                <a16:creationId xmlns:a16="http://schemas.microsoft.com/office/drawing/2014/main" id="{C5489026-4E99-4CD3-677C-F2DC39E7B6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315266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2731" y="693275"/>
            <a:ext cx="5773270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3C604DF-CD74-D49A-D613-BA52E6469484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430D6384-97A6-D6CD-57FA-DC3E6F05A27F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414B77D6-FE5B-5D5D-9184-2F19498F138B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4">
            <a:extLst>
              <a:ext uri="{FF2B5EF4-FFF2-40B4-BE49-F238E27FC236}">
                <a16:creationId xmlns:a16="http://schemas.microsoft.com/office/drawing/2014/main" id="{D3781A8E-DDEC-CD8A-181C-F5E37CD7BB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420159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(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CC3473-F56E-6546-EC76-EC00BC0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ECDC7E1-755C-AF36-E779-5132A051FC85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8" name="그림 7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56E4A9C2-B4D7-B9D2-3576-B0B1B93E623E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31B4CE5B-9FBA-5D5B-C930-54FDF6635C19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D186ED1B-E9AF-C132-BECA-02FAE236D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693275"/>
            <a:ext cx="5749365" cy="5683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>
                <a:solidFill>
                  <a:srgbClr val="444444"/>
                </a:solidFill>
              </a:defRPr>
            </a:lvl1pPr>
            <a:lvl2pPr marL="457200" indent="0">
              <a:buNone/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내용 입력</a:t>
            </a:r>
            <a:endParaRPr lang="en-US" altLang="ko-KR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815F340-47A4-7884-281B-DEE073201D59}"/>
              </a:ext>
            </a:extLst>
          </p:cNvPr>
          <p:cNvCxnSpPr>
            <a:cxnSpLocks/>
          </p:cNvCxnSpPr>
          <p:nvPr userDrawn="1"/>
        </p:nvCxnSpPr>
        <p:spPr>
          <a:xfrm flipV="1">
            <a:off x="286868" y="551819"/>
            <a:ext cx="11606305" cy="1350"/>
          </a:xfrm>
          <a:prstGeom prst="line">
            <a:avLst/>
          </a:prstGeom>
          <a:ln w="28575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F5814763-2FB0-5F69-721C-7732A7B3118A}"/>
              </a:ext>
            </a:extLst>
          </p:cNvPr>
          <p:cNvSpPr/>
          <p:nvPr userDrawn="1"/>
        </p:nvSpPr>
        <p:spPr>
          <a:xfrm>
            <a:off x="256988" y="518529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79E5309C-0626-6AFB-76E9-0FE5F69675AC}"/>
              </a:ext>
            </a:extLst>
          </p:cNvPr>
          <p:cNvSpPr/>
          <p:nvPr userDrawn="1"/>
        </p:nvSpPr>
        <p:spPr>
          <a:xfrm>
            <a:off x="11857317" y="518948"/>
            <a:ext cx="71719" cy="69280"/>
          </a:xfrm>
          <a:prstGeom prst="flowChartConnector">
            <a:avLst/>
          </a:prstGeom>
          <a:solidFill>
            <a:srgbClr val="4444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텍스트 개체 틀 34">
            <a:extLst>
              <a:ext uri="{FF2B5EF4-FFF2-40B4-BE49-F238E27FC236}">
                <a16:creationId xmlns:a16="http://schemas.microsoft.com/office/drawing/2014/main" id="{15A61BB3-8BFC-7231-0375-8B2EC6F013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728" y="153769"/>
            <a:ext cx="11540565" cy="398050"/>
          </a:xfrm>
          <a:prstGeom prst="rect">
            <a:avLst/>
          </a:prstGeom>
          <a:noFill/>
        </p:spPr>
        <p:txBody>
          <a:bodyPr anchor="ctr"/>
          <a:lstStyle>
            <a:lvl1pPr marL="0" indent="0" algn="l">
              <a:buNone/>
              <a:defRPr sz="2500" b="1">
                <a:solidFill>
                  <a:srgbClr val="444444"/>
                </a:solidFill>
              </a:defRPr>
            </a:lvl1pPr>
          </a:lstStyle>
          <a:p>
            <a:pPr lvl="0"/>
            <a:r>
              <a:rPr lang="ko-KR" altLang="en-US"/>
              <a:t>내용 제목</a:t>
            </a:r>
          </a:p>
        </p:txBody>
      </p:sp>
    </p:spTree>
    <p:extLst>
      <p:ext uri="{BB962C8B-B14F-4D97-AF65-F5344CB8AC3E}">
        <p14:creationId xmlns:p14="http://schemas.microsoft.com/office/powerpoint/2010/main" val="113053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D7F823-F845-4B80-B80A-96A0BEDE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8E0B649-77DA-E909-CD77-11C87A3428FA}"/>
              </a:ext>
            </a:extLst>
          </p:cNvPr>
          <p:cNvGrpSpPr/>
          <p:nvPr userDrawn="1"/>
        </p:nvGrpSpPr>
        <p:grpSpPr>
          <a:xfrm>
            <a:off x="9827376" y="6539147"/>
            <a:ext cx="2017988" cy="207229"/>
            <a:chOff x="3860704" y="523520"/>
            <a:chExt cx="2017988" cy="207229"/>
          </a:xfrm>
        </p:grpSpPr>
        <p:pic>
          <p:nvPicPr>
            <p:cNvPr id="9" name="그림 8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8BF8E1A3-4804-0225-C7B2-C285EB8898BC}"/>
                </a:ext>
              </a:extLst>
            </p:cNvPr>
            <p:cNvPicPr/>
            <p:nvPr/>
          </p:nvPicPr>
          <p:blipFill>
            <a:blip r:embed="rId2"/>
            <a:srcRect b="23042"/>
            <a:stretch/>
          </p:blipFill>
          <p:spPr>
            <a:xfrm>
              <a:off x="3860704" y="556593"/>
              <a:ext cx="370306" cy="174156"/>
            </a:xfrm>
            <a:prstGeom prst="rect">
              <a:avLst/>
            </a:prstGeom>
          </p:spPr>
        </p:pic>
        <p:pic>
          <p:nvPicPr>
            <p:cNvPr id="10" name="그림 9" descr="스크린샷, 그래픽, 그래픽 디자인, 텍스트이(가) 표시된 사진&#10;&#10;자동 생성된 설명">
              <a:extLst>
                <a:ext uri="{FF2B5EF4-FFF2-40B4-BE49-F238E27FC236}">
                  <a16:creationId xmlns:a16="http://schemas.microsoft.com/office/drawing/2014/main" id="{AC1751A9-5B14-C6A4-95CA-523781A92016}"/>
                </a:ext>
              </a:extLst>
            </p:cNvPr>
            <p:cNvPicPr/>
            <p:nvPr/>
          </p:nvPicPr>
          <p:blipFill>
            <a:blip r:embed="rId2"/>
            <a:srcRect t="82169"/>
            <a:stretch/>
          </p:blipFill>
          <p:spPr>
            <a:xfrm>
              <a:off x="4280452" y="523520"/>
              <a:ext cx="1598240" cy="1741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849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DDED3-81C8-428F-B799-D2862376F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61CC4D-4BCB-59A9-1256-C665AE621282}"/>
              </a:ext>
            </a:extLst>
          </p:cNvPr>
          <p:cNvSpPr txBox="1"/>
          <p:nvPr userDrawn="1"/>
        </p:nvSpPr>
        <p:spPr>
          <a:xfrm>
            <a:off x="5035888" y="3576919"/>
            <a:ext cx="210826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>
                <a:solidFill>
                  <a:srgbClr val="444444"/>
                </a:solidFill>
              </a:rPr>
              <a:t>감사합니다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8182EE-FAE5-2549-F8D3-2EA93C2ED770}"/>
              </a:ext>
            </a:extLst>
          </p:cNvPr>
          <p:cNvSpPr/>
          <p:nvPr userDrawn="1"/>
        </p:nvSpPr>
        <p:spPr>
          <a:xfrm>
            <a:off x="334682" y="328707"/>
            <a:ext cx="11510683" cy="6185646"/>
          </a:xfrm>
          <a:prstGeom prst="rect">
            <a:avLst/>
          </a:pr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FD2C9C-6181-9AAB-B5EB-6AF2106ECDE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5296880" y="2224861"/>
            <a:ext cx="1598240" cy="92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8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F8A5B-2592-F5DA-37F1-0DEEF8634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78E3A-F3BC-4E57-BA6B-529EA301258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A96DC-9E35-3DB9-906C-1042F5930F1B}"/>
              </a:ext>
            </a:extLst>
          </p:cNvPr>
          <p:cNvSpPr txBox="1"/>
          <p:nvPr userDrawn="1"/>
        </p:nvSpPr>
        <p:spPr>
          <a:xfrm>
            <a:off x="224602" y="6530932"/>
            <a:ext cx="2537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0" i="0">
                <a:solidFill>
                  <a:srgbClr val="444444"/>
                </a:solidFill>
                <a:effectLst/>
              </a:rPr>
              <a:t>ⓒ </a:t>
            </a:r>
            <a:r>
              <a:rPr lang="en-US" altLang="ko-KR" sz="800" b="0" i="0">
                <a:solidFill>
                  <a:srgbClr val="444444"/>
                </a:solidFill>
                <a:effectLst/>
              </a:rPr>
              <a:t>2024. Zenith Cloud</a:t>
            </a:r>
            <a:r>
              <a:rPr lang="ko-KR" altLang="en-US" sz="800" b="0" i="0">
                <a:solidFill>
                  <a:srgbClr val="444444"/>
                </a:solidFill>
                <a:effectLst/>
              </a:rPr>
              <a:t> </a:t>
            </a:r>
            <a:r>
              <a:rPr lang="en-US" altLang="ko-KR" sz="800" b="0" i="0">
                <a:solidFill>
                  <a:srgbClr val="444444"/>
                </a:solidFill>
                <a:effectLst/>
              </a:rPr>
              <a:t>Co., Ltd. All rights reserved.</a:t>
            </a:r>
            <a:endParaRPr lang="ko-KR" altLang="en-US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07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60" r:id="rId4"/>
    <p:sldLayoutId id="2147483655" r:id="rId5"/>
    <p:sldLayoutId id="2147483656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3.emf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F01CC0-32E0-5849-5794-9016FD8BFA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Managed Service (Performance)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8131E-9F65-1CCD-E392-81E69F6ED3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- Monitoring</a:t>
            </a:r>
            <a:r>
              <a:rPr lang="ko-KR" altLang="en-US"/>
              <a:t> </a:t>
            </a:r>
            <a:r>
              <a:rPr lang="en-US" altLang="ko-KR"/>
              <a:t>Dashboard -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2E1578-CB41-F7C8-A3FD-31CC79F4C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2024.02</a:t>
            </a:r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5F1F76-B14A-DF0D-5C7E-6D54DB38A3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MCSS</a:t>
            </a:r>
            <a:r>
              <a:rPr lang="ko-KR" altLang="en-US"/>
              <a:t>팀</a:t>
            </a:r>
          </a:p>
        </p:txBody>
      </p:sp>
    </p:spTree>
    <p:extLst>
      <p:ext uri="{BB962C8B-B14F-4D97-AF65-F5344CB8AC3E}">
        <p14:creationId xmlns:p14="http://schemas.microsoft.com/office/powerpoint/2010/main" val="40895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E107-3CE0-335E-E4CE-DE98BF6F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3AAEDE-233E-A371-5603-8394EC00A8D4}"/>
              </a:ext>
            </a:extLst>
          </p:cNvPr>
          <p:cNvSpPr/>
          <p:nvPr/>
        </p:nvSpPr>
        <p:spPr>
          <a:xfrm>
            <a:off x="1692459" y="1928841"/>
            <a:ext cx="8806708" cy="3405159"/>
          </a:xfrm>
          <a:prstGeom prst="rect">
            <a:avLst/>
          </a:prstGeom>
          <a:noFill/>
          <a:ln w="12700">
            <a:solidFill>
              <a:srgbClr val="4BA8ED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35BED3-49BC-C097-9688-33A4BFF12655}"/>
              </a:ext>
            </a:extLst>
          </p:cNvPr>
          <p:cNvSpPr/>
          <p:nvPr/>
        </p:nvSpPr>
        <p:spPr>
          <a:xfrm>
            <a:off x="1394009" y="1272946"/>
            <a:ext cx="9398001" cy="4594351"/>
          </a:xfrm>
          <a:prstGeom prst="rect">
            <a:avLst/>
          </a:prstGeom>
          <a:noFill/>
          <a:ln w="12700">
            <a:solidFill>
              <a:srgbClr val="2075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DE59E5-2AE9-0586-3C3C-2840D971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DAB55A-2835-802B-6E8A-04D9A9C89B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서버 환경 구성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36C40C-762A-1F31-6867-7BA37A40B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07" y="880407"/>
            <a:ext cx="495221" cy="398050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06139812-D493-C920-AD50-13A44F9D20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4864" y="1606404"/>
            <a:ext cx="495221" cy="49522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0C6070E-08F6-44BE-0A08-623F2963A543}"/>
              </a:ext>
            </a:extLst>
          </p:cNvPr>
          <p:cNvSpPr txBox="1"/>
          <p:nvPr/>
        </p:nvSpPr>
        <p:spPr>
          <a:xfrm>
            <a:off x="2149978" y="1680887"/>
            <a:ext cx="6436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rgbClr val="444444"/>
                </a:solidFill>
              </a:rPr>
              <a:t>Tenant</a:t>
            </a:r>
            <a:endParaRPr lang="ko-KR" altLang="en-US" sz="1200">
              <a:solidFill>
                <a:srgbClr val="444444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1034FF19-B058-5585-F381-2B8F79E58BBE}"/>
              </a:ext>
            </a:extLst>
          </p:cNvPr>
          <p:cNvGrpSpPr/>
          <p:nvPr/>
        </p:nvGrpSpPr>
        <p:grpSpPr>
          <a:xfrm>
            <a:off x="8043309" y="3955360"/>
            <a:ext cx="1611339" cy="1038756"/>
            <a:chOff x="7280960" y="5374217"/>
            <a:chExt cx="2222775" cy="1432918"/>
          </a:xfrm>
        </p:grpSpPr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6F42E51C-A64E-EC0F-7BFE-302F37DE7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32345" y="5374217"/>
              <a:ext cx="720000" cy="720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87FD8B-FF75-0910-8C36-674157B15878}"/>
                </a:ext>
              </a:extLst>
            </p:cNvPr>
            <p:cNvSpPr txBox="1"/>
            <p:nvPr/>
          </p:nvSpPr>
          <p:spPr>
            <a:xfrm>
              <a:off x="7280960" y="6037522"/>
              <a:ext cx="2222775" cy="769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000" b="1" dirty="0">
                  <a:solidFill>
                    <a:srgbClr val="444444"/>
                  </a:solidFill>
                </a:rPr>
                <a:t>App</a:t>
              </a:r>
              <a:r>
                <a:rPr lang="ko-KR" altLang="en-US" sz="1000" b="1" dirty="0">
                  <a:solidFill>
                    <a:srgbClr val="444444"/>
                  </a:solidFill>
                </a:rPr>
                <a:t> </a:t>
              </a:r>
              <a:r>
                <a:rPr lang="en-US" altLang="ko-KR" sz="1000" b="1" dirty="0">
                  <a:solidFill>
                    <a:srgbClr val="444444"/>
                  </a:solidFill>
                </a:rPr>
                <a:t>Registration (SPN)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800" dirty="0">
                  <a:solidFill>
                    <a:srgbClr val="444444"/>
                  </a:solidFill>
                </a:rPr>
                <a:t>대상 구독에 </a:t>
              </a:r>
              <a:r>
                <a:rPr lang="en-US" altLang="ko-KR" sz="800" dirty="0">
                  <a:solidFill>
                    <a:srgbClr val="444444"/>
                  </a:solidFill>
                </a:rPr>
                <a:t>RBAC </a:t>
              </a:r>
              <a:r>
                <a:rPr lang="ko-KR" altLang="en-US" sz="800" dirty="0">
                  <a:solidFill>
                    <a:srgbClr val="444444"/>
                  </a:solidFill>
                </a:rPr>
                <a:t>설정</a:t>
              </a:r>
              <a:endParaRPr lang="en-US" altLang="ko-KR" sz="800" dirty="0">
                <a:solidFill>
                  <a:srgbClr val="444444"/>
                </a:solidFill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ko-KR" sz="800" u="sng" dirty="0">
                  <a:solidFill>
                    <a:srgbClr val="444444"/>
                  </a:solidFill>
                </a:rPr>
                <a:t>(</a:t>
              </a:r>
              <a:r>
                <a:rPr lang="ko-KR" altLang="en-US" sz="800" u="sng" dirty="0">
                  <a:solidFill>
                    <a:srgbClr val="444444"/>
                  </a:solidFill>
                </a:rPr>
                <a:t>모니터링 리더 권한 필요</a:t>
              </a:r>
              <a:r>
                <a:rPr lang="en-US" altLang="ko-KR" sz="800" u="sng" dirty="0">
                  <a:solidFill>
                    <a:srgbClr val="444444"/>
                  </a:solidFill>
                </a:rPr>
                <a:t>)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29FD3E1-6376-97FA-0EBA-A82A27D53892}"/>
              </a:ext>
            </a:extLst>
          </p:cNvPr>
          <p:cNvSpPr txBox="1"/>
          <p:nvPr/>
        </p:nvSpPr>
        <p:spPr>
          <a:xfrm>
            <a:off x="1891765" y="993478"/>
            <a:ext cx="5800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>
                <a:solidFill>
                  <a:srgbClr val="444444"/>
                </a:solidFill>
              </a:rPr>
              <a:t>Azure</a:t>
            </a:r>
            <a:endParaRPr lang="ko-KR" altLang="en-US" sz="1200">
              <a:solidFill>
                <a:srgbClr val="444444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5191B6-A24A-AD94-E7B8-E7320DC85060}"/>
              </a:ext>
            </a:extLst>
          </p:cNvPr>
          <p:cNvSpPr/>
          <p:nvPr/>
        </p:nvSpPr>
        <p:spPr>
          <a:xfrm>
            <a:off x="2168108" y="2483269"/>
            <a:ext cx="2538050" cy="2340646"/>
          </a:xfrm>
          <a:prstGeom prst="rect">
            <a:avLst/>
          </a:prstGeom>
          <a:noFill/>
          <a:ln w="12700">
            <a:solidFill>
              <a:srgbClr val="50E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15AE288F-7E81-FF78-A72A-981311E1AC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5272" y="2286447"/>
            <a:ext cx="391303" cy="391303"/>
          </a:xfrm>
          <a:prstGeom prst="rect">
            <a:avLst/>
          </a:prstGeom>
        </p:spPr>
      </p:pic>
      <p:grpSp>
        <p:nvGrpSpPr>
          <p:cNvPr id="74" name="그룹 73">
            <a:extLst>
              <a:ext uri="{FF2B5EF4-FFF2-40B4-BE49-F238E27FC236}">
                <a16:creationId xmlns:a16="http://schemas.microsoft.com/office/drawing/2014/main" id="{48927A88-A55F-6799-286E-E1E840CAE3CF}"/>
              </a:ext>
            </a:extLst>
          </p:cNvPr>
          <p:cNvGrpSpPr/>
          <p:nvPr/>
        </p:nvGrpSpPr>
        <p:grpSpPr>
          <a:xfrm>
            <a:off x="2383824" y="3020910"/>
            <a:ext cx="2148298" cy="1355790"/>
            <a:chOff x="2497839" y="3091596"/>
            <a:chExt cx="2148298" cy="1355790"/>
          </a:xfrm>
        </p:grpSpPr>
        <p:pic>
          <p:nvPicPr>
            <p:cNvPr id="5" name="그래픽 4">
              <a:extLst>
                <a:ext uri="{FF2B5EF4-FFF2-40B4-BE49-F238E27FC236}">
                  <a16:creationId xmlns:a16="http://schemas.microsoft.com/office/drawing/2014/main" id="{1150A5F7-7F4B-9A01-C5FD-837C641BA1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667375" y="3233052"/>
              <a:ext cx="720000" cy="720000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F01D14C9-4866-32D2-214D-ED12AD623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497839" y="3091596"/>
              <a:ext cx="339072" cy="339072"/>
            </a:xfrm>
            <a:prstGeom prst="rect">
              <a:avLst/>
            </a:prstGeom>
          </p:spPr>
        </p:pic>
        <p:pic>
          <p:nvPicPr>
            <p:cNvPr id="13" name="그림 12" descr="그래픽, 폰트, 그래픽 디자인, 클립아트이(가) 표시된 사진&#10;&#10;자동 생성된 설명">
              <a:extLst>
                <a:ext uri="{FF2B5EF4-FFF2-40B4-BE49-F238E27FC236}">
                  <a16:creationId xmlns:a16="http://schemas.microsoft.com/office/drawing/2014/main" id="{B3E40CE7-E4F4-7E3E-0AAA-6EA95572D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627" y="3182616"/>
              <a:ext cx="1054023" cy="527012"/>
            </a:xfrm>
            <a:prstGeom prst="rect">
              <a:avLst/>
            </a:prstGeom>
          </p:spPr>
        </p:pic>
        <p:pic>
          <p:nvPicPr>
            <p:cNvPr id="15" name="그림 14" descr="그래픽, 스크린샷, 디자인이(가) 표시된 사진&#10;&#10;자동 생성된 설명">
              <a:extLst>
                <a:ext uri="{FF2B5EF4-FFF2-40B4-BE49-F238E27FC236}">
                  <a16:creationId xmlns:a16="http://schemas.microsoft.com/office/drawing/2014/main" id="{A3EBEEFC-6D1C-8095-5225-AA6EB9241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9211" y="3320060"/>
              <a:ext cx="1196926" cy="876419"/>
            </a:xfrm>
            <a:prstGeom prst="rect">
              <a:avLst/>
            </a:prstGeom>
          </p:spPr>
        </p:pic>
        <p:pic>
          <p:nvPicPr>
            <p:cNvPr id="17" name="그림 16" descr="원, 그래픽, 만화 영화, 디자인이(가) 표시된 사진&#10;&#10;자동 생성된 설명">
              <a:extLst>
                <a:ext uri="{FF2B5EF4-FFF2-40B4-BE49-F238E27FC236}">
                  <a16:creationId xmlns:a16="http://schemas.microsoft.com/office/drawing/2014/main" id="{62F76055-8C77-A3CB-4CE7-80F04177D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2573" y="3593052"/>
              <a:ext cx="345386" cy="345386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CE50055-33E6-E49B-9836-F8FABA433941}"/>
                </a:ext>
              </a:extLst>
            </p:cNvPr>
            <p:cNvSpPr txBox="1"/>
            <p:nvPr/>
          </p:nvSpPr>
          <p:spPr>
            <a:xfrm>
              <a:off x="2876955" y="4000276"/>
              <a:ext cx="1314591" cy="447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200" b="1">
                  <a:solidFill>
                    <a:srgbClr val="444444"/>
                  </a:solidFill>
                </a:rPr>
                <a:t>Monitoring VM</a:t>
              </a:r>
            </a:p>
            <a:p>
              <a:pPr algn="ctr">
                <a:lnSpc>
                  <a:spcPct val="120000"/>
                </a:lnSpc>
              </a:pPr>
              <a:r>
                <a:rPr lang="ko-KR" altLang="en-US" sz="800">
                  <a:solidFill>
                    <a:srgbClr val="444444"/>
                  </a:solidFill>
                </a:rPr>
                <a:t>데이터 쿼리 및 시각화</a:t>
              </a:r>
              <a:endParaRPr lang="en-US" altLang="ko-KR" sz="800">
                <a:solidFill>
                  <a:srgbClr val="444444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577107D-3A06-E4E4-D056-380A07968F87}"/>
              </a:ext>
            </a:extLst>
          </p:cNvPr>
          <p:cNvGrpSpPr/>
          <p:nvPr/>
        </p:nvGrpSpPr>
        <p:grpSpPr>
          <a:xfrm>
            <a:off x="7461130" y="2619946"/>
            <a:ext cx="739305" cy="847540"/>
            <a:chOff x="7592639" y="2825218"/>
            <a:chExt cx="739305" cy="847540"/>
          </a:xfrm>
        </p:grpSpPr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9382A5F8-A846-3176-DCEF-C470BA334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748990" y="2825218"/>
              <a:ext cx="426602" cy="42660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8826575-4A62-1909-DBE7-1B91C26B82E2}"/>
                </a:ext>
              </a:extLst>
            </p:cNvPr>
            <p:cNvSpPr txBox="1"/>
            <p:nvPr/>
          </p:nvSpPr>
          <p:spPr>
            <a:xfrm>
              <a:off x="7592639" y="3272648"/>
              <a:ext cx="7393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Resource</a:t>
              </a:r>
              <a:br>
                <a:rPr lang="en-US" altLang="ko-KR" sz="1000" b="1">
                  <a:solidFill>
                    <a:srgbClr val="444444"/>
                  </a:solidFill>
                </a:rPr>
              </a:br>
              <a:r>
                <a:rPr lang="en-US" altLang="ko-KR" sz="1000" b="1">
                  <a:solidFill>
                    <a:srgbClr val="444444"/>
                  </a:solidFill>
                </a:rPr>
                <a:t>Graph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EEF269-E9E0-E070-9D0B-907E3E077C88}"/>
              </a:ext>
            </a:extLst>
          </p:cNvPr>
          <p:cNvGrpSpPr/>
          <p:nvPr/>
        </p:nvGrpSpPr>
        <p:grpSpPr>
          <a:xfrm>
            <a:off x="8353323" y="2648339"/>
            <a:ext cx="635110" cy="790755"/>
            <a:chOff x="8593503" y="2684207"/>
            <a:chExt cx="635110" cy="790755"/>
          </a:xfrm>
        </p:grpSpPr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C1DE611D-4BDC-F480-AD06-D82B86988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651465" y="2684207"/>
              <a:ext cx="519186" cy="51918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7B73E8-F893-9AD6-2C24-25B2622A9347}"/>
                </a:ext>
              </a:extLst>
            </p:cNvPr>
            <p:cNvSpPr txBox="1"/>
            <p:nvPr/>
          </p:nvSpPr>
          <p:spPr>
            <a:xfrm>
              <a:off x="8593503" y="3228741"/>
              <a:ext cx="6351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Metrics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F83C8B-9CFF-7220-AE2B-DF06AD22D492}"/>
              </a:ext>
            </a:extLst>
          </p:cNvPr>
          <p:cNvSpPr/>
          <p:nvPr/>
        </p:nvSpPr>
        <p:spPr>
          <a:xfrm>
            <a:off x="7385162" y="2480525"/>
            <a:ext cx="2673044" cy="1063414"/>
          </a:xfrm>
          <a:prstGeom prst="rect">
            <a:avLst/>
          </a:prstGeom>
          <a:noFill/>
          <a:ln w="12700">
            <a:solidFill>
              <a:srgbClr val="50E6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9DBC880-E077-55BD-9425-C2D36FA1740B}"/>
              </a:ext>
            </a:extLst>
          </p:cNvPr>
          <p:cNvCxnSpPr>
            <a:cxnSpLocks/>
          </p:cNvCxnSpPr>
          <p:nvPr/>
        </p:nvCxnSpPr>
        <p:spPr>
          <a:xfrm>
            <a:off x="4708678" y="2777283"/>
            <a:ext cx="2673044" cy="0"/>
          </a:xfrm>
          <a:prstGeom prst="straightConnector1">
            <a:avLst/>
          </a:prstGeom>
          <a:ln>
            <a:solidFill>
              <a:srgbClr val="2075B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B694931-A3A5-604B-E5EC-B1AD0059F456}"/>
              </a:ext>
            </a:extLst>
          </p:cNvPr>
          <p:cNvSpPr txBox="1"/>
          <p:nvPr/>
        </p:nvSpPr>
        <p:spPr>
          <a:xfrm>
            <a:off x="5476594" y="2774689"/>
            <a:ext cx="1595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solidFill>
                  <a:srgbClr val="444444"/>
                </a:solidFill>
              </a:rPr>
              <a:t>Azure </a:t>
            </a:r>
            <a:r>
              <a:rPr lang="ko-KR" altLang="en-US" sz="1000">
                <a:solidFill>
                  <a:srgbClr val="444444"/>
                </a:solidFill>
              </a:rPr>
              <a:t>제공 데이터 수집</a:t>
            </a: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CE3C63AA-C5B7-11C7-82AB-F4373D002AF9}"/>
              </a:ext>
            </a:extLst>
          </p:cNvPr>
          <p:cNvCxnSpPr>
            <a:cxnSpLocks/>
          </p:cNvCxnSpPr>
          <p:nvPr/>
        </p:nvCxnSpPr>
        <p:spPr>
          <a:xfrm>
            <a:off x="4824965" y="2777283"/>
            <a:ext cx="3510589" cy="1500476"/>
          </a:xfrm>
          <a:prstGeom prst="bentConnector3">
            <a:avLst>
              <a:gd name="adj1" fmla="val 14314"/>
            </a:avLst>
          </a:prstGeom>
          <a:ln>
            <a:solidFill>
              <a:srgbClr val="2075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E098B8F1-0DD7-E4F6-A6D8-1525104CCCA5}"/>
              </a:ext>
            </a:extLst>
          </p:cNvPr>
          <p:cNvSpPr txBox="1"/>
          <p:nvPr/>
        </p:nvSpPr>
        <p:spPr>
          <a:xfrm>
            <a:off x="5399146" y="4277759"/>
            <a:ext cx="2362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444444"/>
                </a:solidFill>
              </a:rPr>
              <a:t>SPN</a:t>
            </a:r>
            <a:r>
              <a:rPr lang="ko-KR" altLang="en-US" sz="1000" dirty="0">
                <a:solidFill>
                  <a:srgbClr val="444444"/>
                </a:solidFill>
              </a:rPr>
              <a:t>에 부여된 </a:t>
            </a:r>
            <a:r>
              <a:rPr lang="en-US" altLang="ko-KR" sz="1000" dirty="0">
                <a:solidFill>
                  <a:srgbClr val="444444"/>
                </a:solidFill>
              </a:rPr>
              <a:t>RBAC</a:t>
            </a:r>
            <a:r>
              <a:rPr lang="ko-KR" altLang="en-US" sz="1000" dirty="0">
                <a:solidFill>
                  <a:srgbClr val="444444"/>
                </a:solidFill>
              </a:rPr>
              <a:t>을 통한 권한 획득</a:t>
            </a:r>
            <a:endParaRPr lang="en-US" altLang="ko-KR" sz="1000" dirty="0">
              <a:solidFill>
                <a:srgbClr val="444444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113AF45-C34F-D4AD-FDCE-21ACCC26A0EB}"/>
              </a:ext>
            </a:extLst>
          </p:cNvPr>
          <p:cNvGrpSpPr/>
          <p:nvPr/>
        </p:nvGrpSpPr>
        <p:grpSpPr>
          <a:xfrm>
            <a:off x="9147230" y="2677749"/>
            <a:ext cx="804931" cy="698820"/>
            <a:chOff x="10792904" y="2847343"/>
            <a:chExt cx="1262414" cy="1095997"/>
          </a:xfrm>
        </p:grpSpPr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35D161D4-3657-FB2A-5005-0D5E912C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98582" y="2847343"/>
              <a:ext cx="627361" cy="62736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18723D-3E45-276A-1978-31EABAAFBC47}"/>
                </a:ext>
              </a:extLst>
            </p:cNvPr>
            <p:cNvSpPr txBox="1"/>
            <p:nvPr/>
          </p:nvSpPr>
          <p:spPr>
            <a:xfrm>
              <a:off x="10792904" y="3434459"/>
              <a:ext cx="1262414" cy="5088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>
                  <a:solidFill>
                    <a:srgbClr val="444444"/>
                  </a:solidFill>
                </a:rPr>
                <a:t>Cost</a:t>
              </a:r>
              <a:br>
                <a:rPr lang="en-US" altLang="ko-KR" sz="1000" b="1">
                  <a:solidFill>
                    <a:srgbClr val="444444"/>
                  </a:solidFill>
                </a:rPr>
              </a:br>
              <a:r>
                <a:rPr lang="en-US" altLang="ko-KR" sz="1000" b="1">
                  <a:solidFill>
                    <a:srgbClr val="444444"/>
                  </a:solidFill>
                </a:rPr>
                <a:t>Management</a:t>
              </a:r>
              <a:endParaRPr lang="ko-KR" altLang="en-US" sz="1000" b="1">
                <a:solidFill>
                  <a:srgbClr val="444444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32DE1D7-2532-CF62-4EAB-F12B9ADCEC81}"/>
              </a:ext>
            </a:extLst>
          </p:cNvPr>
          <p:cNvSpPr txBox="1"/>
          <p:nvPr/>
        </p:nvSpPr>
        <p:spPr>
          <a:xfrm>
            <a:off x="1317139" y="5851639"/>
            <a:ext cx="65405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필요 리소스</a:t>
            </a:r>
            <a:r>
              <a:rPr lang="en-US" altLang="ko-KR" sz="1000" dirty="0"/>
              <a:t>: App Registration, Resource Group, Virtual Network, Virtual Machine, OS Disk, Public IP </a:t>
            </a:r>
            <a:r>
              <a:rPr lang="ko-KR" altLang="en-US" sz="1000" dirty="0"/>
              <a:t>각 </a:t>
            </a:r>
            <a:r>
              <a:rPr lang="en-US" altLang="ko-KR" sz="1000" dirty="0"/>
              <a:t>1</a:t>
            </a:r>
            <a:r>
              <a:rPr lang="ko-KR" altLang="en-US" sz="10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1055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9C9E69B-32AE-2357-0973-9CA73E0E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21CF6-D275-F21D-FBFD-6A3EAF6710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Basic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7092A0A-D335-F4EF-7255-E43C96FF6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95489"/>
              </p:ext>
            </p:extLst>
          </p:nvPr>
        </p:nvGraphicFramePr>
        <p:xfrm>
          <a:off x="322728" y="1012190"/>
          <a:ext cx="11540565" cy="4272280"/>
        </p:xfrm>
        <a:graphic>
          <a:graphicData uri="http://schemas.openxmlformats.org/drawingml/2006/table">
            <a:tbl>
              <a:tblPr firstRow="1" bandRow="1"/>
              <a:tblGrid>
                <a:gridCol w="146162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600451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78492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비용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/>
                        <a:t>월 비용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Azure Cost Management API</a:t>
                      </a:r>
                      <a:r>
                        <a:rPr lang="ko-KR" altLang="en-US" sz="1000"/>
                        <a:t>를 쿼리하여 </a:t>
                      </a:r>
                      <a:r>
                        <a:rPr lang="en-US" altLang="ko-KR" sz="1000" err="1"/>
                        <a:t>InfluxDB</a:t>
                      </a:r>
                      <a:r>
                        <a:rPr lang="ko-KR" altLang="en-US" sz="1000"/>
                        <a:t>에 적재하는 스크립트 실행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/>
                        <a:t>일별 비용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리소스별 비용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리소스 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리소스 그룹 및 리소스 개수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Azure Resource Graph</a:t>
                      </a:r>
                      <a:r>
                        <a:rPr lang="ko-KR" altLang="en-US" sz="1000"/>
                        <a:t>에서 </a:t>
                      </a:r>
                      <a:r>
                        <a:rPr lang="en-US" altLang="ko-KR" sz="1000"/>
                        <a:t>KQL</a:t>
                      </a:r>
                      <a:r>
                        <a:rPr lang="en-US" altLang="ko-KR" sz="800"/>
                        <a:t>(Kusto Query)</a:t>
                      </a:r>
                      <a:r>
                        <a:rPr lang="ko-KR" altLang="en-US" sz="1000"/>
                        <a:t>을 사용하여 </a:t>
                      </a:r>
                      <a:r>
                        <a:rPr lang="en-US" altLang="ko-KR" sz="1000"/>
                        <a:t>Azure Portal </a:t>
                      </a:r>
                      <a:r>
                        <a:rPr lang="ko-KR" altLang="en-US" sz="1000"/>
                        <a:t>내 리소스 메타데이터 정보를 조회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830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/>
                        <a:t>24</a:t>
                      </a:r>
                      <a:r>
                        <a:rPr lang="ko-KR" altLang="en-US" sz="1000"/>
                        <a:t>시간 이내 생성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삭제된 리소스 개수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276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지역별 리소스 개수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2501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유형별 리소스 개수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0497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24</a:t>
                      </a:r>
                      <a:r>
                        <a:rPr lang="ko-KR" altLang="en-US" sz="1000"/>
                        <a:t>시간 이내 리소스 생성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삭제 내역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2691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스토리지 계정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데이터 스토리지별 사용량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Azure Monitor</a:t>
                      </a:r>
                      <a:r>
                        <a:rPr lang="ko-KR" altLang="en-US" sz="1000"/>
                        <a:t>에서 제공하는 </a:t>
                      </a:r>
                      <a:r>
                        <a:rPr lang="en-US" altLang="ko-KR" sz="1000"/>
                        <a:t>Metric </a:t>
                      </a:r>
                      <a:r>
                        <a:rPr lang="ko-KR" altLang="en-US" sz="1000"/>
                        <a:t>데이터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성능 및 상태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를 조회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* Metric </a:t>
                      </a:r>
                      <a:r>
                        <a:rPr lang="ko-KR" altLang="en-US" sz="1000"/>
                        <a:t>데이터를 가져오는 주기</a:t>
                      </a:r>
                      <a:r>
                        <a:rPr lang="en-US" altLang="ko-KR" sz="1000"/>
                        <a:t>: 1</a:t>
                      </a:r>
                      <a:r>
                        <a:rPr lang="ko-KR" altLang="en-US" sz="100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799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현재 사용 가능한 용량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4602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총 트랜잭션 수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479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평균 요청 대기 시간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2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평균 트래픽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업로드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다운로드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10093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스토리지 계정 목록 및 속성값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Azure Resource Graph</a:t>
                      </a:r>
                      <a:r>
                        <a:rPr lang="ko-KR" altLang="en-US" sz="1000"/>
                        <a:t>에서 </a:t>
                      </a:r>
                      <a:r>
                        <a:rPr lang="en-US" altLang="ko-KR" sz="1000"/>
                        <a:t>KQL</a:t>
                      </a:r>
                      <a:r>
                        <a:rPr lang="en-US" altLang="ko-KR" sz="800"/>
                        <a:t>(Kusto Query)</a:t>
                      </a:r>
                      <a:r>
                        <a:rPr lang="ko-KR" altLang="en-US" sz="1000"/>
                        <a:t>을 사용하여 </a:t>
                      </a:r>
                      <a:r>
                        <a:rPr lang="en-US" altLang="ko-KR" sz="1000"/>
                        <a:t>Azure Portal </a:t>
                      </a:r>
                      <a:r>
                        <a:rPr lang="ko-KR" altLang="en-US" sz="1000"/>
                        <a:t>내 리소스 메타데이터 정보를 조회</a:t>
                      </a:r>
                      <a:endParaRPr lang="en-US" altLang="ko-KR" sz="100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33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/>
                        <a:t>재해 복구 지역</a:t>
                      </a:r>
                      <a:r>
                        <a:rPr lang="en-US" altLang="ko-KR" sz="1000"/>
                        <a:t> </a:t>
                      </a:r>
                      <a:r>
                        <a:rPr lang="ko-KR" altLang="en-US" sz="1000"/>
                        <a:t>정보</a:t>
                      </a:r>
                      <a:endParaRPr lang="en-US" altLang="ko-KR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8321675"/>
                  </a:ext>
                </a:extLst>
              </a:tr>
              <a:tr h="163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스토리지 계정 생성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삭제 내역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554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83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5023-1D60-8025-46DC-11CBB06D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BDEA6B2-C1A8-A16E-0928-18F7FEB2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6FFAFB-C8BE-D0BE-1B49-EBCEAAD02C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Compute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72D399-8CBC-C2A5-2D19-84DE21C36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37176"/>
              </p:ext>
            </p:extLst>
          </p:nvPr>
        </p:nvGraphicFramePr>
        <p:xfrm>
          <a:off x="322729" y="1012190"/>
          <a:ext cx="11540564" cy="5003800"/>
        </p:xfrm>
        <a:graphic>
          <a:graphicData uri="http://schemas.openxmlformats.org/drawingml/2006/table">
            <a:tbl>
              <a:tblPr firstRow="1" bandRow="1"/>
              <a:tblGrid>
                <a:gridCol w="146162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600449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78493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VM</a:t>
                      </a:r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현재 </a:t>
                      </a:r>
                      <a:r>
                        <a:rPr lang="en-US" altLang="ko-KR" sz="1000" dirty="0"/>
                        <a:t>CPU </a:t>
                      </a:r>
                      <a:r>
                        <a:rPr lang="ko-KR" altLang="en-US" sz="1000" dirty="0"/>
                        <a:t>사용량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Azure Monitor</a:t>
                      </a:r>
                      <a:r>
                        <a:rPr lang="ko-KR" altLang="en-US" sz="1000" dirty="0"/>
                        <a:t>에서 제공하는 </a:t>
                      </a:r>
                      <a:r>
                        <a:rPr lang="en-US" altLang="ko-KR" sz="1000" dirty="0"/>
                        <a:t>Metric </a:t>
                      </a:r>
                      <a:r>
                        <a:rPr lang="ko-KR" altLang="en-US" sz="1000" dirty="0"/>
                        <a:t>데이터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성능 및 상태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를 조회</a:t>
                      </a:r>
                      <a:endParaRPr lang="en-US" altLang="ko-KR" sz="100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* Metric </a:t>
                      </a:r>
                      <a:r>
                        <a:rPr lang="ko-KR" altLang="en-US" sz="1000" dirty="0"/>
                        <a:t>데이터를 가져오는 주기</a:t>
                      </a:r>
                      <a:r>
                        <a:rPr lang="en-US" altLang="ko-KR" sz="1000" dirty="0"/>
                        <a:t>: 1</a:t>
                      </a:r>
                      <a:r>
                        <a:rPr lang="ko-KR" altLang="en-US" sz="1000" dirty="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시간별 </a:t>
                      </a:r>
                      <a:r>
                        <a:rPr lang="en-US" altLang="ko-KR" sz="1000" dirty="0"/>
                        <a:t>CPU </a:t>
                      </a:r>
                      <a:r>
                        <a:rPr lang="ko-KR" altLang="en-US" sz="1000" dirty="0"/>
                        <a:t>사용량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현재 사용 가능한 메모리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298932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디스크 읽기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쓰기 크기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499495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OS </a:t>
                      </a:r>
                      <a:r>
                        <a:rPr lang="ko-KR" altLang="en-US" sz="1000" dirty="0"/>
                        <a:t>디스크 및 데이터 디스크 초당 읽기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쓰기 작업 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279014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OS </a:t>
                      </a:r>
                      <a:r>
                        <a:rPr lang="ko-KR" altLang="en-US" sz="1000" dirty="0"/>
                        <a:t>디스크 및 데이터 디스크 응답 시간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78802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네트워크 </a:t>
                      </a:r>
                      <a:r>
                        <a:rPr lang="ko-KR" altLang="en-US" sz="1000" dirty="0" err="1"/>
                        <a:t>인바운드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 err="1"/>
                        <a:t>아웃바운드</a:t>
                      </a:r>
                      <a:r>
                        <a:rPr lang="ko-KR" altLang="en-US" sz="1000" dirty="0"/>
                        <a:t> 총합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280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네트워크 </a:t>
                      </a:r>
                      <a:r>
                        <a:rPr lang="ko-KR" altLang="en-US" sz="1000" dirty="0" err="1"/>
                        <a:t>인바운드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 err="1"/>
                        <a:t>아웃바운드</a:t>
                      </a:r>
                      <a:r>
                        <a:rPr lang="ko-KR" altLang="en-US" sz="1000" dirty="0"/>
                        <a:t> 흐름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471783"/>
                  </a:ext>
                </a:extLst>
              </a:tr>
              <a:tr h="0">
                <a:tc rowSpan="11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Web App</a:t>
                      </a:r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활성 연결 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Azure Monitor</a:t>
                      </a:r>
                      <a:r>
                        <a:rPr lang="ko-KR" altLang="en-US" sz="1000"/>
                        <a:t>에서 제공하는 </a:t>
                      </a:r>
                      <a:r>
                        <a:rPr lang="en-US" altLang="ko-KR" sz="1000"/>
                        <a:t>Metric </a:t>
                      </a:r>
                      <a:r>
                        <a:rPr lang="ko-KR" altLang="en-US" sz="1000"/>
                        <a:t>데이터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성능 및 상태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를 조회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* Metric </a:t>
                      </a:r>
                      <a:r>
                        <a:rPr lang="ko-KR" altLang="en-US" sz="1000"/>
                        <a:t>데이터를 가져오는 주기</a:t>
                      </a:r>
                      <a:r>
                        <a:rPr lang="en-US" altLang="ko-KR" sz="1000"/>
                        <a:t>: 1</a:t>
                      </a:r>
                      <a:r>
                        <a:rPr lang="ko-KR" altLang="en-US" sz="100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8307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대기 요청 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154726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로딩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 err="1"/>
                        <a:t>언로딩</a:t>
                      </a:r>
                      <a:r>
                        <a:rPr lang="ko-KR" altLang="en-US" sz="1000" dirty="0"/>
                        <a:t> 도메인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510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총 </a:t>
                      </a:r>
                      <a:r>
                        <a:rPr lang="en-US" altLang="ko-KR" sz="1000" dirty="0"/>
                        <a:t>HTTP </a:t>
                      </a:r>
                      <a:r>
                        <a:rPr lang="ko-KR" altLang="en-US" sz="1000" dirty="0"/>
                        <a:t>서버 오류 개수 </a:t>
                      </a:r>
                      <a:r>
                        <a:rPr lang="en-US" altLang="ko-KR" sz="1000" dirty="0"/>
                        <a:t>(500</a:t>
                      </a:r>
                      <a:r>
                        <a:rPr lang="ko-KR" altLang="en-US" sz="1000" dirty="0" err="1"/>
                        <a:t>번대</a:t>
                      </a:r>
                      <a:r>
                        <a:rPr lang="ko-KR" altLang="en-US" sz="1000" dirty="0"/>
                        <a:t> 포함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0551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HTTP 4xx </a:t>
                      </a:r>
                      <a:r>
                        <a:rPr lang="ko-KR" altLang="en-US" sz="1000" dirty="0"/>
                        <a:t>및 </a:t>
                      </a:r>
                      <a:r>
                        <a:rPr lang="en-US" altLang="ko-KR" sz="1000" dirty="0"/>
                        <a:t>404 </a:t>
                      </a:r>
                      <a:r>
                        <a:rPr lang="ko-KR" altLang="en-US" sz="1000" dirty="0"/>
                        <a:t>오류 개수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276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인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 err="1"/>
                        <a:t>아웃된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데이터량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40520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총 요청 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4730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평균 응답 시간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9474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CPU</a:t>
                      </a:r>
                      <a:r>
                        <a:rPr lang="ko-KR" altLang="en-US" sz="1000" dirty="0"/>
                        <a:t> 사용 시간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32501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초당 읽기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쓰기 작업 수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0497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파일 시스템 사용량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26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65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6F41B-415A-44A3-BEB0-F0C4DD4A9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858E40-E501-97F2-06BD-49618893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B8938-6F1C-2A0C-513A-967B531FE3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AKS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099D008-536C-3F6F-8367-9AB42F83A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78999"/>
              </p:ext>
            </p:extLst>
          </p:nvPr>
        </p:nvGraphicFramePr>
        <p:xfrm>
          <a:off x="322728" y="1012190"/>
          <a:ext cx="11540564" cy="2809240"/>
        </p:xfrm>
        <a:graphic>
          <a:graphicData uri="http://schemas.openxmlformats.org/drawingml/2006/table">
            <a:tbl>
              <a:tblPr firstRow="1" bandRow="1"/>
              <a:tblGrid>
                <a:gridCol w="146162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59410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84842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10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AKS</a:t>
                      </a: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실행중인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Node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및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개수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altLang="ko-KR" sz="1000" b="0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/>
                          <a:ea typeface="맑은 고딕"/>
                        </a:rPr>
                        <a:t>Insights</a:t>
                      </a:r>
                      <a:r>
                        <a:rPr lang="ko-KR" sz="1000" b="0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/>
                          <a:ea typeface="맑은 고딕"/>
                        </a:rPr>
                        <a:t> 활성화 및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Log Analytics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작업 영역으로 데이터 전송하여 수집된 항목을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KQL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(Kusto Query)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를 통해 쿼리</a:t>
                      </a:r>
                    </a:p>
                    <a:p>
                      <a:pPr lvl="0" algn="l">
                        <a:buNone/>
                      </a:pPr>
                      <a:endParaRPr lang="ko-KR" alt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Azure </a:t>
                      </a:r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Monitor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Insight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및 Log </a:t>
                      </a:r>
                      <a:r>
                        <a:rPr lang="ko-KR" altLang="en-US" sz="10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Analytics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작업 영역 사용시 비용 발생</a:t>
                      </a:r>
                    </a:p>
                    <a:p>
                      <a:pPr marL="171450" lvl="0" indent="-171450" algn="l">
                        <a:buFont typeface="Arial"/>
                        <a:buChar char="•"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로그 저장, 쿼리 실행, 데이터 수집 및 보관 기간 등 사용량에 따른 비용 차이 발생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830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Node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CPU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사용량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606276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활성 상태인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Node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메모리 사용량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66440520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Node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디스크 사용량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4347308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Node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네트워크 인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아웃 크기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153947433"/>
                  </a:ext>
                </a:extLst>
              </a:tr>
              <a:tr h="127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상세 정보 및 리스트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3250184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네임스페이스별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리스트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904977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CPU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사용량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29716505"/>
                  </a:ext>
                </a:extLst>
              </a:tr>
              <a:tr h="121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활성 상태인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메모리 사용량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367287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전체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Pod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의 메모리 사용량 </a:t>
                      </a:r>
                      <a:endParaRPr lang="en-US" altLang="ko-KR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66143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70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29DE-D89E-D89F-E1AD-4DCA48E6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171D4B5-2AD2-7BF4-EFE4-7924E73C4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E0F0FB2-BDAD-1A4D-8496-B021FAD7B8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수집 항목 </a:t>
            </a:r>
            <a:r>
              <a:rPr lang="en-US" altLang="ko-KR"/>
              <a:t>- Network</a:t>
            </a:r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F486DAA-51A9-FDEF-1B32-49AAC921F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010852"/>
              </p:ext>
            </p:extLst>
          </p:nvPr>
        </p:nvGraphicFramePr>
        <p:xfrm>
          <a:off x="322728" y="1010920"/>
          <a:ext cx="11493722" cy="2565400"/>
        </p:xfrm>
        <a:graphic>
          <a:graphicData uri="http://schemas.openxmlformats.org/drawingml/2006/table">
            <a:tbl>
              <a:tblPr firstRow="1" bandRow="1"/>
              <a:tblGrid>
                <a:gridCol w="188707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431650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/>
                        <a:t>부하 분산 장치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전체 및 </a:t>
                      </a:r>
                      <a:r>
                        <a:rPr lang="ko-KR" altLang="en-US" sz="1000" dirty="0" err="1"/>
                        <a:t>백엔드별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프로브</a:t>
                      </a:r>
                      <a:r>
                        <a:rPr lang="ko-KR" altLang="en-US" sz="1000" dirty="0"/>
                        <a:t> 상태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Azure Monitor</a:t>
                      </a:r>
                      <a:r>
                        <a:rPr lang="ko-KR" altLang="en-US" sz="1000" dirty="0"/>
                        <a:t>에서 제공하는 </a:t>
                      </a:r>
                      <a:r>
                        <a:rPr lang="en-US" altLang="ko-KR" sz="1000" dirty="0"/>
                        <a:t>Metric </a:t>
                      </a:r>
                      <a:r>
                        <a:rPr lang="ko-KR" altLang="en-US" sz="1000" dirty="0"/>
                        <a:t>데이터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성능 및 상태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를 조회</a:t>
                      </a:r>
                      <a:endParaRPr lang="en-US" altLang="ko-KR" sz="1000" dirty="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 dirty="0"/>
                        <a:t>* Metric </a:t>
                      </a:r>
                      <a:r>
                        <a:rPr lang="ko-KR" altLang="en-US" sz="1000" dirty="0"/>
                        <a:t>데이터를 가져오는 주기</a:t>
                      </a:r>
                      <a:r>
                        <a:rPr lang="en-US" altLang="ko-KR" sz="1000" dirty="0"/>
                        <a:t>: 1</a:t>
                      </a:r>
                      <a:r>
                        <a:rPr lang="ko-KR" altLang="en-US" sz="1000" dirty="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0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트래픽 사용량</a:t>
                      </a:r>
                      <a:endParaRPr lang="en-US" altLang="ko-KR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9285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Application Gateway</a:t>
                      </a:r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HTTP</a:t>
                      </a:r>
                      <a:r>
                        <a:rPr lang="ko-KR" altLang="en-US" sz="1000" dirty="0"/>
                        <a:t> 응답 코드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90793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/>
                        <a:t>백엔드</a:t>
                      </a:r>
                      <a:r>
                        <a:rPr lang="ko-KR" altLang="en-US" sz="1000" dirty="0"/>
                        <a:t> </a:t>
                      </a:r>
                      <a:r>
                        <a:rPr lang="ko-KR" altLang="en-US" sz="1000" dirty="0" err="1"/>
                        <a:t>프로브</a:t>
                      </a:r>
                      <a:r>
                        <a:rPr lang="ko-KR" altLang="en-US" sz="1000" dirty="0"/>
                        <a:t> 상태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3153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대역폭 및 트래픽 사용량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1758192"/>
                  </a:ext>
                </a:extLst>
              </a:tr>
              <a:tr h="24384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/>
                        <a:t>가상 네트워크 게이트웨이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연결 상태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799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대역폭 및 트래픽 사용량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460250"/>
                  </a:ext>
                </a:extLst>
              </a:tr>
              <a:tr h="243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P2S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대역폭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479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P2S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사용자 수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846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B24EA-1787-3318-3613-6D3376B4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992833A-94E1-6A90-1CAC-2471FB9A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5CC39D-C87F-F140-C173-CB2792FE96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Database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FAF3AAF-26F3-B5AB-F4EF-696AA7473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0154"/>
              </p:ext>
            </p:extLst>
          </p:nvPr>
        </p:nvGraphicFramePr>
        <p:xfrm>
          <a:off x="322728" y="1010920"/>
          <a:ext cx="11493722" cy="3784600"/>
        </p:xfrm>
        <a:graphic>
          <a:graphicData uri="http://schemas.openxmlformats.org/drawingml/2006/table">
            <a:tbl>
              <a:tblPr firstRow="1" bandRow="1"/>
              <a:tblGrid>
                <a:gridCol w="188707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234800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MSSQL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CPU </a:t>
                      </a:r>
                      <a:r>
                        <a:rPr lang="ko-KR" altLang="en-US" sz="1000" dirty="0"/>
                        <a:t>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4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Azure Monitor</a:t>
                      </a:r>
                      <a:r>
                        <a:rPr lang="ko-KR" altLang="en-US" sz="1000"/>
                        <a:t>에서 제공하는 </a:t>
                      </a:r>
                      <a:r>
                        <a:rPr lang="en-US" altLang="ko-KR" sz="1000"/>
                        <a:t>Metric </a:t>
                      </a:r>
                      <a:r>
                        <a:rPr lang="ko-KR" altLang="en-US" sz="1000"/>
                        <a:t>데이터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성능 및 상태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를 조회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* Metric </a:t>
                      </a:r>
                      <a:r>
                        <a:rPr lang="ko-KR" altLang="en-US" sz="1000"/>
                        <a:t>데이터를 가져오는 주기</a:t>
                      </a:r>
                      <a:r>
                        <a:rPr lang="en-US" altLang="ko-KR" sz="1000"/>
                        <a:t>: 1</a:t>
                      </a:r>
                      <a:r>
                        <a:rPr lang="ko-KR" altLang="en-US" sz="100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Data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IO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652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Log IO </a:t>
                      </a:r>
                      <a:r>
                        <a:rPr lang="ko-KR" altLang="en-US" sz="1000" dirty="0"/>
                        <a:t>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1439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연결 성공 수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509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연결 실패 수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시스템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Deadlock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2211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방화벽 </a:t>
                      </a:r>
                      <a:r>
                        <a:rPr lang="en-US" altLang="ko-KR" sz="1000" dirty="0"/>
                        <a:t>Block </a:t>
                      </a:r>
                      <a:r>
                        <a:rPr lang="ko-KR" altLang="en-US" sz="1000" dirty="0"/>
                        <a:t>수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073118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/>
                        <a:t>PostgreDB</a:t>
                      </a:r>
                      <a:endParaRPr lang="ko-KR" altLang="en-US" sz="1000" dirty="0"/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CPU </a:t>
                      </a:r>
                      <a:r>
                        <a:rPr lang="ko-KR" altLang="en-US" sz="1000" dirty="0"/>
                        <a:t>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899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Memory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831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Storage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Disk IOPS 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0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Read Throughput (B/sec)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9285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Write Throughput (B/sec)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855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연결 활성화 수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907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30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A80D-306A-36B4-34D3-A6C76411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F42786-98DA-C9C9-7617-172E0375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964EDA-87B0-A3D3-8F42-1E10FA182B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수집 항목 </a:t>
            </a:r>
            <a:r>
              <a:rPr lang="en-US" altLang="ko-KR" dirty="0"/>
              <a:t>– Database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23D1700-1E74-BC3F-5DB5-697725347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252542"/>
              </p:ext>
            </p:extLst>
          </p:nvPr>
        </p:nvGraphicFramePr>
        <p:xfrm>
          <a:off x="322728" y="1010920"/>
          <a:ext cx="11493722" cy="3540760"/>
        </p:xfrm>
        <a:graphic>
          <a:graphicData uri="http://schemas.openxmlformats.org/drawingml/2006/table">
            <a:tbl>
              <a:tblPr firstRow="1" bandRow="1"/>
              <a:tblGrid>
                <a:gridCol w="1887072">
                  <a:extLst>
                    <a:ext uri="{9D8B030D-6E8A-4147-A177-3AD203B41FA5}">
                      <a16:colId xmlns:a16="http://schemas.microsoft.com/office/drawing/2014/main" val="230639308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3118457482"/>
                    </a:ext>
                  </a:extLst>
                </a:gridCol>
                <a:gridCol w="6234800">
                  <a:extLst>
                    <a:ext uri="{9D8B030D-6E8A-4147-A177-3AD203B41FA5}">
                      <a16:colId xmlns:a16="http://schemas.microsoft.com/office/drawing/2014/main" val="25431060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분류</a:t>
                      </a:r>
                      <a:endParaRPr lang="en-US" altLang="ko-KR" sz="1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세부 항목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bg1"/>
                          </a:solidFill>
                        </a:rPr>
                        <a:t>수집 방식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4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32424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MySQL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CPU </a:t>
                      </a:r>
                      <a:r>
                        <a:rPr lang="ko-KR" altLang="en-US" sz="1000" dirty="0"/>
                        <a:t>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3"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Azure Monitor</a:t>
                      </a:r>
                      <a:r>
                        <a:rPr lang="ko-KR" altLang="en-US" sz="1000"/>
                        <a:t>에서 제공하는 </a:t>
                      </a:r>
                      <a:r>
                        <a:rPr lang="en-US" altLang="ko-KR" sz="1000"/>
                        <a:t>Metric </a:t>
                      </a:r>
                      <a:r>
                        <a:rPr lang="ko-KR" altLang="en-US" sz="1000"/>
                        <a:t>데이터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성능 및 상태</a:t>
                      </a:r>
                      <a:r>
                        <a:rPr lang="en-US" altLang="ko-KR" sz="1000"/>
                        <a:t>)</a:t>
                      </a:r>
                      <a:r>
                        <a:rPr lang="ko-KR" altLang="en-US" sz="1000"/>
                        <a:t>를 조회</a:t>
                      </a:r>
                      <a:endParaRPr lang="en-US" altLang="ko-KR" sz="1000"/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000"/>
                        <a:t>* Metric </a:t>
                      </a:r>
                      <a:r>
                        <a:rPr lang="ko-KR" altLang="en-US" sz="1000"/>
                        <a:t>데이터를 가져오는 주기</a:t>
                      </a:r>
                      <a:r>
                        <a:rPr lang="en-US" altLang="ko-KR" sz="1000"/>
                        <a:t>: 1</a:t>
                      </a:r>
                      <a:r>
                        <a:rPr lang="ko-KR" altLang="en-US" sz="1000"/>
                        <a:t>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7804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Memory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652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Storage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1439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Storage IOPS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509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Host Network In (B/sec)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06861"/>
                  </a:ext>
                </a:extLst>
              </a:tr>
              <a:tr h="1950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/>
                        <a:t>Host Network Out (B/sec)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32211"/>
                  </a:ext>
                </a:extLst>
              </a:tr>
              <a:tr h="1463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연결 활성화 수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073118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Redis for Cache</a:t>
                      </a:r>
                      <a:endParaRPr lang="ko-KR" altLang="en-US" sz="1000"/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/>
                        <a:t>CPU </a:t>
                      </a:r>
                      <a:r>
                        <a:rPr lang="ko-KR" altLang="en-US" sz="1000"/>
                        <a:t>사용량 </a:t>
                      </a:r>
                      <a:r>
                        <a:rPr lang="en-US" altLang="ko-KR" sz="1000"/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994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Memory</a:t>
                      </a:r>
                      <a:r>
                        <a:rPr lang="ko-KR" altLang="en-US" sz="1000" dirty="0"/>
                        <a:t> 사용량 </a:t>
                      </a:r>
                      <a:r>
                        <a:rPr lang="en-US" altLang="ko-KR" sz="1000" dirty="0"/>
                        <a:t>(%)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8831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/>
                        <a:t>Cache Read (B/sec)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7525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Cache Write (B/sec)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2902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dirty="0"/>
                        <a:t>연결 클라이언트 수</a:t>
                      </a:r>
                      <a:endParaRPr lang="en-US" altLang="ko-KR" sz="1000" dirty="0"/>
                    </a:p>
                  </a:txBody>
                  <a:tcPr anchor="ctr">
                    <a:lnL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592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err="1"/>
                        <a:t>CosmosDB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4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85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765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0967-603E-61E8-6DBA-6760E254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8F0C9512-EA5C-A234-9999-1B2792A72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9" y="960567"/>
            <a:ext cx="11526802" cy="5090287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09E49-BBDB-681E-C501-F1B3B636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A65CB9-5B2A-D1C2-6328-1046069D9E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Overview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E60374-7E4C-586E-8B20-1E64B7C0D4CD}"/>
              </a:ext>
            </a:extLst>
          </p:cNvPr>
          <p:cNvSpPr/>
          <p:nvPr/>
        </p:nvSpPr>
        <p:spPr>
          <a:xfrm>
            <a:off x="338948" y="1563913"/>
            <a:ext cx="11465701" cy="820715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709713-FB17-A190-D8C7-5A52D44B70E1}"/>
              </a:ext>
            </a:extLst>
          </p:cNvPr>
          <p:cNvSpPr/>
          <p:nvPr/>
        </p:nvSpPr>
        <p:spPr>
          <a:xfrm>
            <a:off x="338948" y="2444749"/>
            <a:ext cx="11465701" cy="1517651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5539EB4-8128-2E14-BC3D-302408BF8849}"/>
              </a:ext>
            </a:extLst>
          </p:cNvPr>
          <p:cNvSpPr/>
          <p:nvPr/>
        </p:nvSpPr>
        <p:spPr>
          <a:xfrm>
            <a:off x="2706596" y="1235495"/>
            <a:ext cx="1147854" cy="268297"/>
          </a:xfrm>
          <a:prstGeom prst="borderCallout2">
            <a:avLst>
              <a:gd name="adj1" fmla="val 50381"/>
              <a:gd name="adj2" fmla="val 456"/>
              <a:gd name="adj3" fmla="val 50119"/>
              <a:gd name="adj4" fmla="val -16413"/>
              <a:gd name="adj5" fmla="val 120598"/>
              <a:gd name="adj6" fmla="val -27260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rgbClr val="444444"/>
                </a:solidFill>
              </a:rPr>
              <a:t>방안 </a:t>
            </a:r>
            <a:r>
              <a:rPr lang="en-US" altLang="ko-KR" sz="800">
                <a:solidFill>
                  <a:srgbClr val="444444"/>
                </a:solidFill>
              </a:rPr>
              <a:t>1. </a:t>
            </a:r>
            <a:r>
              <a:rPr lang="ko-KR" altLang="en-US" sz="800">
                <a:solidFill>
                  <a:srgbClr val="444444"/>
                </a:solidFill>
              </a:rPr>
              <a:t>박스 형식</a:t>
            </a:r>
          </a:p>
          <a:p>
            <a:r>
              <a:rPr lang="en-US" altLang="ko-KR" sz="800">
                <a:solidFill>
                  <a:srgbClr val="444444"/>
                </a:solidFill>
              </a:rPr>
              <a:t>(</a:t>
            </a:r>
            <a:r>
              <a:rPr lang="ko-KR" altLang="en-US" sz="800">
                <a:solidFill>
                  <a:srgbClr val="444444"/>
                </a:solidFill>
              </a:rPr>
              <a:t>구독 수가 적은 경우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F70A9C48-609F-3EE0-BA21-10C722D67221}"/>
              </a:ext>
            </a:extLst>
          </p:cNvPr>
          <p:cNvSpPr/>
          <p:nvPr/>
        </p:nvSpPr>
        <p:spPr>
          <a:xfrm>
            <a:off x="2706596" y="4019142"/>
            <a:ext cx="1147854" cy="268297"/>
          </a:xfrm>
          <a:prstGeom prst="borderCallout2">
            <a:avLst>
              <a:gd name="adj1" fmla="val 50381"/>
              <a:gd name="adj2" fmla="val 456"/>
              <a:gd name="adj3" fmla="val 50119"/>
              <a:gd name="adj4" fmla="val -16966"/>
              <a:gd name="adj5" fmla="val -19040"/>
              <a:gd name="adj6" fmla="val -26708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rgbClr val="444444"/>
                </a:solidFill>
              </a:rPr>
              <a:t>방안 </a:t>
            </a:r>
            <a:r>
              <a:rPr lang="en-US" altLang="ko-KR" sz="800">
                <a:solidFill>
                  <a:srgbClr val="444444"/>
                </a:solidFill>
              </a:rPr>
              <a:t>2. </a:t>
            </a:r>
            <a:r>
              <a:rPr lang="ko-KR" altLang="en-US" sz="800">
                <a:solidFill>
                  <a:srgbClr val="444444"/>
                </a:solidFill>
              </a:rPr>
              <a:t>표 형식</a:t>
            </a:r>
          </a:p>
          <a:p>
            <a:r>
              <a:rPr lang="en-US" altLang="ko-KR" sz="800">
                <a:solidFill>
                  <a:srgbClr val="444444"/>
                </a:solidFill>
              </a:rPr>
              <a:t>(</a:t>
            </a:r>
            <a:r>
              <a:rPr lang="ko-KR" altLang="en-US" sz="800">
                <a:solidFill>
                  <a:srgbClr val="444444"/>
                </a:solidFill>
              </a:rPr>
              <a:t>구독 수가 많은 경우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A1E15934-4A36-0065-97A9-348A51F0B6FD}"/>
              </a:ext>
            </a:extLst>
          </p:cNvPr>
          <p:cNvSpPr/>
          <p:nvPr/>
        </p:nvSpPr>
        <p:spPr>
          <a:xfrm>
            <a:off x="796643" y="732814"/>
            <a:ext cx="1401855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2077"/>
              <a:gd name="adj5" fmla="val 124933"/>
              <a:gd name="adj6" fmla="val -17671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  <a:r>
              <a:rPr lang="en-US" altLang="ko-KR" sz="800">
                <a:solidFill>
                  <a:srgbClr val="444444"/>
                </a:solidFill>
              </a:rPr>
              <a:t> (</a:t>
            </a:r>
            <a:r>
              <a:rPr lang="ko-KR" altLang="en-US" sz="800">
                <a:solidFill>
                  <a:srgbClr val="444444"/>
                </a:solidFill>
              </a:rPr>
              <a:t>복수 선택 가능</a:t>
            </a:r>
            <a:r>
              <a:rPr lang="en-US" altLang="ko-KR" sz="800">
                <a:solidFill>
                  <a:srgbClr val="444444"/>
                </a:solidFill>
              </a:rPr>
              <a:t>)</a:t>
            </a:r>
            <a:endParaRPr lang="ko-KR" altLang="en-US" sz="80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47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6F0C-A3B5-6989-0E4E-DCC133EAA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C1A0563-B366-1EB9-A131-6893E525B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52" y="1039592"/>
            <a:ext cx="11538841" cy="5087311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81AD4D0-F4AB-AF65-0319-6AC41891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0F2AD6-8635-BA7B-942A-34B88A27D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Subscription</a:t>
            </a:r>
            <a:endParaRPr lang="ko-KR" altLang="en-US"/>
          </a:p>
        </p:txBody>
      </p:sp>
      <p:sp>
        <p:nvSpPr>
          <p:cNvPr id="6" name="설명선: 굽은 선 5">
            <a:extLst>
              <a:ext uri="{FF2B5EF4-FFF2-40B4-BE49-F238E27FC236}">
                <a16:creationId xmlns:a16="http://schemas.microsoft.com/office/drawing/2014/main" id="{5311E6FA-9CC9-316F-D91B-764D072DC68D}"/>
              </a:ext>
            </a:extLst>
          </p:cNvPr>
          <p:cNvSpPr/>
          <p:nvPr/>
        </p:nvSpPr>
        <p:spPr>
          <a:xfrm>
            <a:off x="758543" y="816402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</p:spTree>
    <p:extLst>
      <p:ext uri="{BB962C8B-B14F-4D97-AF65-F5344CB8AC3E}">
        <p14:creationId xmlns:p14="http://schemas.microsoft.com/office/powerpoint/2010/main" val="1230173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DD7E1-89AF-3A28-3633-885384A5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88545D-D701-BD1A-D8A6-DF73205E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0BE707-8CE8-60BA-2FA1-CE05289F5D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/>
              <a:t>모니터링 대시보드</a:t>
            </a:r>
            <a:r>
              <a:rPr lang="en-US" altLang="ko-KR"/>
              <a:t> – Storage</a:t>
            </a:r>
            <a:r>
              <a:rPr lang="ko-KR" altLang="en-US"/>
              <a:t> </a:t>
            </a:r>
            <a:r>
              <a:rPr lang="en-US" altLang="ko-KR"/>
              <a:t>Account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CAB3C3-CF8B-8924-307C-F5C098CF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1062315"/>
            <a:ext cx="11540565" cy="4927789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CF80F9B-7EC9-DD9A-3F2D-FA62C1183826}"/>
              </a:ext>
            </a:extLst>
          </p:cNvPr>
          <p:cNvSpPr/>
          <p:nvPr/>
        </p:nvSpPr>
        <p:spPr>
          <a:xfrm>
            <a:off x="341778" y="1320803"/>
            <a:ext cx="2369672" cy="4622797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656C5F-5606-404D-0204-50F00887C56A}"/>
              </a:ext>
            </a:extLst>
          </p:cNvPr>
          <p:cNvSpPr/>
          <p:nvPr/>
        </p:nvSpPr>
        <p:spPr>
          <a:xfrm>
            <a:off x="3232150" y="1320803"/>
            <a:ext cx="8618072" cy="4622797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769A689F-47A7-AA8A-107A-ABC666423F04}"/>
              </a:ext>
            </a:extLst>
          </p:cNvPr>
          <p:cNvSpPr/>
          <p:nvPr/>
        </p:nvSpPr>
        <p:spPr>
          <a:xfrm>
            <a:off x="2168042" y="1016402"/>
            <a:ext cx="1771649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45602"/>
              <a:gd name="adj6" fmla="val -15764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선택한 스토리지에 대한 변동 정보</a:t>
            </a: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B4B3AAD9-B81B-58EE-0566-F49F08EDA224}"/>
              </a:ext>
            </a:extLst>
          </p:cNvPr>
          <p:cNvSpPr/>
          <p:nvPr/>
        </p:nvSpPr>
        <p:spPr>
          <a:xfrm>
            <a:off x="4321361" y="1016402"/>
            <a:ext cx="1771649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45602"/>
              <a:gd name="adj6" fmla="val -15764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전체 스토리지에 대한 고정 정보</a:t>
            </a:r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C79BC527-0054-9169-0BE3-B7371CFE4D0F}"/>
              </a:ext>
            </a:extLst>
          </p:cNvPr>
          <p:cNvSpPr/>
          <p:nvPr/>
        </p:nvSpPr>
        <p:spPr>
          <a:xfrm>
            <a:off x="933883" y="825545"/>
            <a:ext cx="852489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스토리지 선택</a:t>
            </a:r>
          </a:p>
        </p:txBody>
      </p:sp>
    </p:spTree>
    <p:extLst>
      <p:ext uri="{BB962C8B-B14F-4D97-AF65-F5344CB8AC3E}">
        <p14:creationId xmlns:p14="http://schemas.microsoft.com/office/powerpoint/2010/main" val="3419667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0AC2-675C-D344-F5D1-C42764BB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D152ED7D-BA45-E2EA-6225-5F02ABE5C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1226197"/>
            <a:ext cx="11540565" cy="4575334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CC9F17-46BC-5BC5-DCD1-8D150E8584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VM</a:t>
            </a:r>
            <a:endParaRPr lang="ko-KR" altLang="en-US" dirty="0"/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6D52A405-946A-CE30-75CD-9D52FE1E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fld id="{C1278E3A-F3BC-4E57-BA6B-529EA301258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20843DF3-06CE-CD85-D6E1-5E715E498D6A}"/>
              </a:ext>
            </a:extLst>
          </p:cNvPr>
          <p:cNvSpPr/>
          <p:nvPr/>
        </p:nvSpPr>
        <p:spPr>
          <a:xfrm>
            <a:off x="739493" y="992094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44444"/>
                </a:solidFill>
              </a:rPr>
              <a:t>VM</a:t>
            </a:r>
            <a:r>
              <a:rPr lang="ko-KR" altLang="en-US" sz="800">
                <a:solidFill>
                  <a:srgbClr val="444444"/>
                </a:solidFill>
              </a:rPr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1892921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A74E4-582A-DC7B-B487-7EFEA4E4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95882-9D34-C5AC-A43D-4B090E9BFA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Web App</a:t>
            </a:r>
            <a:endParaRPr lang="ko-KR" altLang="en-US" dirty="0"/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67A8C55C-7BFF-00F0-021D-A6D62E7F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fld id="{C1278E3A-F3BC-4E57-BA6B-529EA301258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584EE3-F23C-4B94-35A0-F58B7A311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1543524"/>
            <a:ext cx="11540565" cy="3770951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5" name="설명선: 굽은 선 4">
            <a:extLst>
              <a:ext uri="{FF2B5EF4-FFF2-40B4-BE49-F238E27FC236}">
                <a16:creationId xmlns:a16="http://schemas.microsoft.com/office/drawing/2014/main" id="{AC85CC77-114D-3162-ED7B-602688E2C1A9}"/>
              </a:ext>
            </a:extLst>
          </p:cNvPr>
          <p:cNvSpPr/>
          <p:nvPr/>
        </p:nvSpPr>
        <p:spPr>
          <a:xfrm>
            <a:off x="933883" y="1282745"/>
            <a:ext cx="852489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rgbClr val="444444"/>
                </a:solidFill>
              </a:rPr>
              <a:t>WebApp</a:t>
            </a:r>
            <a:r>
              <a:rPr lang="ko-KR" altLang="en-US" sz="800">
                <a:solidFill>
                  <a:srgbClr val="444444"/>
                </a:solidFill>
              </a:rPr>
              <a:t> 선택</a:t>
            </a:r>
          </a:p>
        </p:txBody>
      </p:sp>
    </p:spTree>
    <p:extLst>
      <p:ext uri="{BB962C8B-B14F-4D97-AF65-F5344CB8AC3E}">
        <p14:creationId xmlns:p14="http://schemas.microsoft.com/office/powerpoint/2010/main" val="274723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D2DDA-F0F9-4D4C-4BC0-2706BB1F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F3CF6B32-A454-CCAD-6A0B-7019DEC54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8" y="1078116"/>
            <a:ext cx="11537825" cy="5096324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E6F93D-332A-C619-4F33-2DB74494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9CB9F7-3ABE-8EEE-EEF6-65822012AC8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AKS</a:t>
            </a:r>
            <a:endParaRPr lang="ko-KR" altLang="en-US" dirty="0"/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6B6155DE-F215-A1FC-373C-84BBEA5DC0D6}"/>
              </a:ext>
            </a:extLst>
          </p:cNvPr>
          <p:cNvSpPr/>
          <p:nvPr/>
        </p:nvSpPr>
        <p:spPr>
          <a:xfrm>
            <a:off x="805294" y="818234"/>
            <a:ext cx="852489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작업영역 선택</a:t>
            </a:r>
          </a:p>
        </p:txBody>
      </p:sp>
      <p:sp>
        <p:nvSpPr>
          <p:cNvPr id="8" name="설명선: 굽은 선 7">
            <a:extLst>
              <a:ext uri="{FF2B5EF4-FFF2-40B4-BE49-F238E27FC236}">
                <a16:creationId xmlns:a16="http://schemas.microsoft.com/office/drawing/2014/main" id="{60D6E2C0-F3C1-9F37-1C43-C09495CA10E7}"/>
              </a:ext>
            </a:extLst>
          </p:cNvPr>
          <p:cNvSpPr/>
          <p:nvPr/>
        </p:nvSpPr>
        <p:spPr>
          <a:xfrm>
            <a:off x="2000683" y="818234"/>
            <a:ext cx="852489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클러스터 선택</a:t>
            </a: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B627E196-B85B-F388-ADF4-C904EBF0AB9A}"/>
              </a:ext>
            </a:extLst>
          </p:cNvPr>
          <p:cNvSpPr/>
          <p:nvPr/>
        </p:nvSpPr>
        <p:spPr>
          <a:xfrm>
            <a:off x="3196072" y="818234"/>
            <a:ext cx="1034617" cy="215053"/>
          </a:xfrm>
          <a:prstGeom prst="borderCallout2">
            <a:avLst>
              <a:gd name="adj1" fmla="val 49208"/>
              <a:gd name="adj2" fmla="val 571"/>
              <a:gd name="adj3" fmla="val 49287"/>
              <a:gd name="adj4" fmla="val -18036"/>
              <a:gd name="adj5" fmla="val 133791"/>
              <a:gd name="adj6" fmla="val -31079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네임스페이스 선택</a:t>
            </a:r>
          </a:p>
        </p:txBody>
      </p:sp>
    </p:spTree>
    <p:extLst>
      <p:ext uri="{BB962C8B-B14F-4D97-AF65-F5344CB8AC3E}">
        <p14:creationId xmlns:p14="http://schemas.microsoft.com/office/powerpoint/2010/main" val="114388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2A38-107A-48E3-4A7D-BB2D30484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E6C28A2-EBDF-5CA2-1FF1-3E6B0CBCA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28" y="1216986"/>
            <a:ext cx="11540565" cy="4749595"/>
          </a:xfrm>
          <a:prstGeom prst="rect">
            <a:avLst/>
          </a:prstGeom>
          <a:ln w="6350">
            <a:solidFill>
              <a:srgbClr val="444444"/>
            </a:solidFill>
          </a:ln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BD7829-6E8B-094D-A3C5-A81AEDCF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351C67-C089-969E-23DD-E7E6617F88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모니터링 대시보드</a:t>
            </a:r>
            <a:r>
              <a:rPr lang="en-US" altLang="ko-KR" dirty="0"/>
              <a:t> – Network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819CD0-8055-34A3-FC77-63FF4709E513}"/>
              </a:ext>
            </a:extLst>
          </p:cNvPr>
          <p:cNvSpPr/>
          <p:nvPr/>
        </p:nvSpPr>
        <p:spPr>
          <a:xfrm>
            <a:off x="368300" y="1466850"/>
            <a:ext cx="2824256" cy="1971786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3ABF11-1B65-0EC5-8252-2FD91DCCA066}"/>
              </a:ext>
            </a:extLst>
          </p:cNvPr>
          <p:cNvSpPr/>
          <p:nvPr/>
        </p:nvSpPr>
        <p:spPr>
          <a:xfrm>
            <a:off x="3244850" y="1466850"/>
            <a:ext cx="8572500" cy="4451350"/>
          </a:xfrm>
          <a:prstGeom prst="rect">
            <a:avLst/>
          </a:prstGeom>
          <a:noFill/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523CC95E-4F51-E385-F893-63CF65D30BAE}"/>
              </a:ext>
            </a:extLst>
          </p:cNvPr>
          <p:cNvSpPr/>
          <p:nvPr/>
        </p:nvSpPr>
        <p:spPr>
          <a:xfrm>
            <a:off x="1337297" y="3543516"/>
            <a:ext cx="886262" cy="215053"/>
          </a:xfrm>
          <a:prstGeom prst="borderCallout2">
            <a:avLst>
              <a:gd name="adj1" fmla="val 49208"/>
              <a:gd name="adj2" fmla="val -145"/>
              <a:gd name="adj3" fmla="val 49286"/>
              <a:gd name="adj4" fmla="val -27280"/>
              <a:gd name="adj5" fmla="val -52234"/>
              <a:gd name="adj6" fmla="val -35440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전체 기본 항목</a:t>
            </a:r>
          </a:p>
        </p:txBody>
      </p:sp>
      <p:sp>
        <p:nvSpPr>
          <p:cNvPr id="14" name="설명선: 굽은 선 13">
            <a:extLst>
              <a:ext uri="{FF2B5EF4-FFF2-40B4-BE49-F238E27FC236}">
                <a16:creationId xmlns:a16="http://schemas.microsoft.com/office/drawing/2014/main" id="{2C6381A2-2888-DE86-4060-298D1EF384FF}"/>
              </a:ext>
            </a:extLst>
          </p:cNvPr>
          <p:cNvSpPr/>
          <p:nvPr/>
        </p:nvSpPr>
        <p:spPr>
          <a:xfrm>
            <a:off x="1780428" y="4813516"/>
            <a:ext cx="1117600" cy="215053"/>
          </a:xfrm>
          <a:prstGeom prst="borderCallout2">
            <a:avLst>
              <a:gd name="adj1" fmla="val 52161"/>
              <a:gd name="adj2" fmla="val 100775"/>
              <a:gd name="adj3" fmla="val 52239"/>
              <a:gd name="adj4" fmla="val 122614"/>
              <a:gd name="adj5" fmla="val -46328"/>
              <a:gd name="adj6" fmla="val 13143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서비스별 세부 항목</a:t>
            </a:r>
          </a:p>
        </p:txBody>
      </p:sp>
      <p:sp>
        <p:nvSpPr>
          <p:cNvPr id="3" name="설명선: 굽은 선 2">
            <a:extLst>
              <a:ext uri="{FF2B5EF4-FFF2-40B4-BE49-F238E27FC236}">
                <a16:creationId xmlns:a16="http://schemas.microsoft.com/office/drawing/2014/main" id="{A2271EE1-A6FB-3B90-A7CB-07E25F8AB6BC}"/>
              </a:ext>
            </a:extLst>
          </p:cNvPr>
          <p:cNvSpPr/>
          <p:nvPr/>
        </p:nvSpPr>
        <p:spPr>
          <a:xfrm>
            <a:off x="860143" y="984528"/>
            <a:ext cx="647390" cy="215053"/>
          </a:xfrm>
          <a:prstGeom prst="borderCallout2">
            <a:avLst>
              <a:gd name="adj1" fmla="val 55114"/>
              <a:gd name="adj2" fmla="val -410"/>
              <a:gd name="adj3" fmla="val 55192"/>
              <a:gd name="adj4" fmla="val -25472"/>
              <a:gd name="adj5" fmla="val 124933"/>
              <a:gd name="adj6" fmla="val -36312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구독 선택</a:t>
            </a:r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7DDADB71-68B8-D9BF-CE5B-4F0C839A6A5B}"/>
              </a:ext>
            </a:extLst>
          </p:cNvPr>
          <p:cNvSpPr/>
          <p:nvPr/>
        </p:nvSpPr>
        <p:spPr>
          <a:xfrm>
            <a:off x="1920593" y="984528"/>
            <a:ext cx="1490881" cy="215053"/>
          </a:xfrm>
          <a:prstGeom prst="borderCallout2">
            <a:avLst>
              <a:gd name="adj1" fmla="val 52161"/>
              <a:gd name="adj2" fmla="val 571"/>
              <a:gd name="adj3" fmla="val 52240"/>
              <a:gd name="adj4" fmla="val -10718"/>
              <a:gd name="adj5" fmla="val 124933"/>
              <a:gd name="adj6" fmla="val -15406"/>
            </a:avLst>
          </a:prstGeom>
          <a:solidFill>
            <a:schemeClr val="bg1"/>
          </a:solidFill>
          <a:ln w="12700">
            <a:solidFill>
              <a:srgbClr val="5794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444444"/>
                </a:solidFill>
              </a:rPr>
              <a:t>리소스 그룹 및 리소스 선택</a:t>
            </a:r>
          </a:p>
        </p:txBody>
      </p:sp>
    </p:spTree>
    <p:extLst>
      <p:ext uri="{BB962C8B-B14F-4D97-AF65-F5344CB8AC3E}">
        <p14:creationId xmlns:p14="http://schemas.microsoft.com/office/powerpoint/2010/main" val="249155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4742EC-6131-AA9D-229A-8065BF25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78E3A-F3BC-4E57-BA6B-529EA301258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15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751F098D81D84EB9B3099162F2BF59" ma:contentTypeVersion="15" ma:contentTypeDescription="새 문서를 만듭니다." ma:contentTypeScope="" ma:versionID="f6545118b25914e336477af1112b4df3">
  <xsd:schema xmlns:xsd="http://www.w3.org/2001/XMLSchema" xmlns:xs="http://www.w3.org/2001/XMLSchema" xmlns:p="http://schemas.microsoft.com/office/2006/metadata/properties" xmlns:ns2="8026ad3e-b376-43a0-abe5-5db3fc36d578" xmlns:ns3="f78a429b-8421-44cc-bb5e-1beb10ffd8c5" targetNamespace="http://schemas.microsoft.com/office/2006/metadata/properties" ma:root="true" ma:fieldsID="02bfa4ad327bc8c7a5e1fc831d3269a3" ns2:_="" ns3:_="">
    <xsd:import namespace="8026ad3e-b376-43a0-abe5-5db3fc36d578"/>
    <xsd:import namespace="f78a429b-8421-44cc-bb5e-1beb10ffd8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26ad3e-b376-43a0-abe5-5db3fc36d5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d43da311-59c8-48b0-b1d9-4d7e3b785bf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8a429b-8421-44cc-bb5e-1beb10ffd8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65f04f-4d1d-4ed8-91a6-75c7699d46bd}" ma:internalName="TaxCatchAll" ma:showField="CatchAllData" ma:web="f78a429b-8421-44cc-bb5e-1beb10ffd8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78a429b-8421-44cc-bb5e-1beb10ffd8c5" xsi:nil="true"/>
    <lcf76f155ced4ddcb4097134ff3c332f xmlns="8026ad3e-b376-43a0-abe5-5db3fc36d57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112AAA-725B-41C0-A1C9-6C05525ECEA2}">
  <ds:schemaRefs>
    <ds:schemaRef ds:uri="8026ad3e-b376-43a0-abe5-5db3fc36d578"/>
    <ds:schemaRef ds:uri="f78a429b-8421-44cc-bb5e-1beb10ffd8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F299F24-E0A3-4AB3-9761-E5DF5C375AF3}">
  <ds:schemaRefs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f78a429b-8421-44cc-bb5e-1beb10ffd8c5"/>
    <ds:schemaRef ds:uri="http://www.w3.org/XML/1998/namespace"/>
    <ds:schemaRef ds:uri="8026ad3e-b376-43a0-abe5-5db3fc36d578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EF15C27-364D-4EE5-985C-C1F8EEE47F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857</Words>
  <Application>Microsoft Office PowerPoint</Application>
  <PresentationFormat>와이드스크린</PresentationFormat>
  <Paragraphs>204</Paragraphs>
  <Slides>16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성은비</dc:creator>
  <cp:lastModifiedBy>성은비</cp:lastModifiedBy>
  <cp:revision>5</cp:revision>
  <dcterms:created xsi:type="dcterms:W3CDTF">2024-10-11T05:16:13Z</dcterms:created>
  <dcterms:modified xsi:type="dcterms:W3CDTF">2025-02-26T01:18:50Z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0x010100A8751F098D81D84EB9B3099162F2BF59</vt:lpwstr>
  </property>
  <property fmtid="{D5CDD505-2E9C-101B-9397-08002B2CF9AE}" pid="3" name="MediaServiceImageTags">
    <vt:lpwstr/>
  </property>
</Properties>
</file>